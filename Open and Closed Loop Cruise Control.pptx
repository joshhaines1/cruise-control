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4"/>
  </p:sldMasterIdLst>
  <p:notesMasterIdLst>
    <p:notesMasterId r:id="rId14"/>
  </p:notesMasterIdLst>
  <p:handoutMasterIdLst>
    <p:handoutMasterId r:id="rId15"/>
  </p:handoutMasterIdLst>
  <p:sldIdLst>
    <p:sldId id="487" r:id="rId5"/>
    <p:sldId id="490" r:id="rId6"/>
    <p:sldId id="488" r:id="rId7"/>
    <p:sldId id="489" r:id="rId8"/>
    <p:sldId id="491" r:id="rId9"/>
    <p:sldId id="492" r:id="rId10"/>
    <p:sldId id="495" r:id="rId11"/>
    <p:sldId id="493" r:id="rId12"/>
    <p:sldId id="49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CFC"/>
    <a:srgbClr val="000000"/>
    <a:srgbClr val="FFFFFF"/>
    <a:srgbClr val="37FFF1"/>
    <a:srgbClr val="0B0C12"/>
    <a:srgbClr val="0E0F17"/>
    <a:srgbClr val="020621"/>
    <a:srgbClr val="1313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305304-3DBF-61C4-09A7-31688ABEE465}" v="337" dt="2026-04-19T22:56:32.616"/>
    <p1510:client id="{4C9A0E43-D4BD-1D53-CD3C-BE75C17AEFCE}" v="17" dt="2026-04-20T16:36:36.072"/>
    <p1510:client id="{5F880EDC-6BB9-39B3-5BA6-6B7A4C4DEA33}" v="113" dt="2026-04-20T22:15:11.363"/>
    <p1510:client id="{6BF2DC5A-A747-D920-2A40-99DA5FE554D9}" v="215" dt="2026-04-21T15:48:07.211"/>
    <p1510:client id="{D5464C45-F31D-90AB-F9E4-B88A4007E7C7}" v="165" dt="2026-04-21T04:30:31.499"/>
    <p1510:client id="{F5F0096F-8DCD-309E-A4BB-80FE24B5C739}" v="578" dt="2026-04-19T18:23:48.5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92E33C-8E56-15D7-91D9-0C9D51898F3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84E5C4-3075-2128-3C95-66CDB0C1F39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2C14BC-9E0B-417D-A4B6-D3A52302FEC1}" type="datetimeFigureOut">
              <a:rPr lang="en-US" smtClean="0"/>
              <a:t>4/21/2026</a:t>
            </a:fld>
            <a:endParaRPr lang="en-US"/>
          </a:p>
        </p:txBody>
      </p:sp>
      <p:sp>
        <p:nvSpPr>
          <p:cNvPr id="4" name="Footer Placeholder 3">
            <a:extLst>
              <a:ext uri="{FF2B5EF4-FFF2-40B4-BE49-F238E27FC236}">
                <a16:creationId xmlns:a16="http://schemas.microsoft.com/office/drawing/2014/main" id="{10EDE216-B0E2-6179-F0CB-DA746C5A10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DE76486-0E2A-27D1-56AC-57AF786911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D3A4AD-A02B-4727-AB32-0630F343D8AA}" type="slidenum">
              <a:rPr lang="en-US" smtClean="0"/>
              <a:t>‹#›</a:t>
            </a:fld>
            <a:endParaRPr lang="en-US"/>
          </a:p>
        </p:txBody>
      </p:sp>
    </p:spTree>
    <p:extLst>
      <p:ext uri="{BB962C8B-B14F-4D97-AF65-F5344CB8AC3E}">
        <p14:creationId xmlns:p14="http://schemas.microsoft.com/office/powerpoint/2010/main" val="270832485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7FB986-3F20-4AE6-9D44-118BB6C2AE02}"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59575-30D1-4661-8D21-5CF1396340F1}" type="slidenum">
              <a:rPr lang="en-US" smtClean="0"/>
              <a:t>‹#›</a:t>
            </a:fld>
            <a:endParaRPr lang="en-US"/>
          </a:p>
        </p:txBody>
      </p:sp>
    </p:spTree>
    <p:extLst>
      <p:ext uri="{BB962C8B-B14F-4D97-AF65-F5344CB8AC3E}">
        <p14:creationId xmlns:p14="http://schemas.microsoft.com/office/powerpoint/2010/main" val="2691956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Open-loop is like throwing a paper airplane: you give it a push and hope it hits the target, but you can’t change its path once it's in the air. Closed-loop is like driving a car: you constantly watch the road and adjust the steering wheel to stay in your lane, even if the wind tries to push you off course.</a:t>
            </a:r>
          </a:p>
          <a:p>
            <a:r>
              <a:rPr lang="en-US"/>
              <a:t>Open-loop control operates on a fixed preset without monitoring the system's actual performance, meaning it cannot correct itself if an external disturbance occurs. In contrast, closed-loop control uses a feedback loop to compare the actual output to a desired setpoint, allowing the system to automatically adjust its behavior to eliminate errors.</a:t>
            </a:r>
          </a:p>
        </p:txBody>
      </p:sp>
      <p:sp>
        <p:nvSpPr>
          <p:cNvPr id="4" name="Slide Number Placeholder 3"/>
          <p:cNvSpPr>
            <a:spLocks noGrp="1"/>
          </p:cNvSpPr>
          <p:nvPr>
            <p:ph type="sldNum" sz="quarter" idx="5"/>
          </p:nvPr>
        </p:nvSpPr>
        <p:spPr/>
        <p:txBody>
          <a:bodyPr/>
          <a:lstStyle/>
          <a:p>
            <a:fld id="{17E59575-30D1-4661-8D21-5CF1396340F1}" type="slidenum">
              <a:rPr lang="en-US" smtClean="0"/>
              <a:t>6</a:t>
            </a:fld>
            <a:endParaRPr lang="en-US"/>
          </a:p>
        </p:txBody>
      </p:sp>
    </p:spTree>
    <p:extLst>
      <p:ext uri="{BB962C8B-B14F-4D97-AF65-F5344CB8AC3E}">
        <p14:creationId xmlns:p14="http://schemas.microsoft.com/office/powerpoint/2010/main" val="3885777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 gets us close, I gets us exactly there, and D makes sure we don't spill our coffee getting there</a:t>
            </a:r>
          </a:p>
          <a:p>
            <a:r>
              <a:rPr lang="en-US"/>
              <a:t>Proportional (P) — The "Present"</a:t>
            </a:r>
          </a:p>
          <a:p>
            <a:pPr marL="171450" indent="-171450">
              <a:buFont typeface="Arial"/>
              <a:buChar char="•"/>
            </a:pPr>
            <a:r>
              <a:rPr lang="en-US"/>
              <a:t>"How far off am I </a:t>
            </a:r>
            <a:r>
              <a:rPr lang="en-US" i="1"/>
              <a:t>right now</a:t>
            </a:r>
            <a:r>
              <a:rPr lang="en-US"/>
              <a:t>?"</a:t>
            </a:r>
          </a:p>
          <a:p>
            <a:pPr marL="171450" indent="-171450">
              <a:buFont typeface="Arial"/>
              <a:buChar char="•"/>
            </a:pPr>
            <a:r>
              <a:rPr lang="en-US"/>
              <a:t>It applies a force proportional to the current error. If you’re 5 mph slow, it pushes a little; if you’re 20 mph slow, it pushes a lot.</a:t>
            </a:r>
          </a:p>
          <a:p>
            <a:pPr marL="171450" indent="-171450">
              <a:buFont typeface="Arial"/>
              <a:buChar char="•"/>
            </a:pPr>
            <a:r>
              <a:rPr lang="en-US"/>
              <a:t>Because it only pushes when there is an error, it can never actually reach the target speed—if it did, the engine would shut off. It always settles a bit short of the goal.</a:t>
            </a:r>
          </a:p>
          <a:p>
            <a:r>
              <a:rPr lang="en-US"/>
              <a:t>2. Integral (I) — The "Past"</a:t>
            </a:r>
          </a:p>
          <a:p>
            <a:pPr marL="171450" indent="-171450">
              <a:buFont typeface="Arial"/>
              <a:buChar char="•"/>
            </a:pPr>
            <a:r>
              <a:rPr lang="en-US"/>
              <a:t>"How long have I been off my target?"</a:t>
            </a:r>
          </a:p>
          <a:p>
            <a:pPr marL="171450" indent="-171450">
              <a:buFont typeface="Arial"/>
              <a:buChar char="•"/>
            </a:pPr>
            <a:r>
              <a:rPr lang="en-US"/>
              <a:t>It adds up the error over time. If the car has been slow for 30 seconds, the "I" term keeps building up pressure until the car is forced back to exactly 25 m/s.</a:t>
            </a:r>
          </a:p>
          <a:p>
            <a:pPr marL="171450" indent="-171450">
              <a:buFont typeface="Arial"/>
              <a:buChar char="•"/>
            </a:pPr>
            <a:r>
              <a:rPr lang="en-US"/>
              <a:t>It eliminates the "bias" or steady-state error. It ensures you actually hit your target.</a:t>
            </a:r>
          </a:p>
          <a:p>
            <a:pPr marL="171450" indent="-171450">
              <a:buFont typeface="Arial"/>
              <a:buChar char="•"/>
            </a:pPr>
            <a:r>
              <a:rPr lang="en-US"/>
              <a:t>It can cause </a:t>
            </a:r>
            <a:r>
              <a:rPr lang="en-US" b="1"/>
              <a:t>Overshoot</a:t>
            </a:r>
            <a:r>
              <a:rPr lang="en-US"/>
              <a:t>. Because it's "remembering" how slow you were, it might keep pushing even after you hit the speed limit, causing the car to go too fast.</a:t>
            </a:r>
          </a:p>
          <a:p>
            <a:r>
              <a:rPr lang="en-US"/>
              <a:t>3. Derivative (D) — The "Future"</a:t>
            </a:r>
          </a:p>
          <a:p>
            <a:pPr marL="171450" indent="-171450">
              <a:buFont typeface="Arial"/>
              <a:buChar char="•"/>
            </a:pPr>
            <a:r>
              <a:rPr lang="en-US"/>
              <a:t>"How fast am I approaching the target?"</a:t>
            </a:r>
          </a:p>
          <a:p>
            <a:pPr marL="171450" indent="-171450">
              <a:buFont typeface="Arial"/>
              <a:buChar char="•"/>
            </a:pPr>
            <a:r>
              <a:rPr lang="en-US" b="1"/>
              <a:t>I</a:t>
            </a:r>
            <a:r>
              <a:rPr lang="en-US"/>
              <a:t>t looks at the </a:t>
            </a:r>
            <a:r>
              <a:rPr lang="en-US" i="1"/>
              <a:t>slope</a:t>
            </a:r>
            <a:r>
              <a:rPr lang="en-US"/>
              <a:t> of the error. If it sees you are accelerating toward the target very quickly, it tapers off the force early to prevent you from overshooting.</a:t>
            </a:r>
          </a:p>
          <a:p>
            <a:pPr marL="171450" indent="-171450">
              <a:buFont typeface="Arial"/>
              <a:buChar char="•"/>
            </a:pPr>
            <a:r>
              <a:rPr lang="en-US"/>
              <a:t>It acts like a damper or a shock absorber. It smooths out the "ringing" and oscillations, making the ride much more comfortable.</a:t>
            </a:r>
          </a:p>
          <a:p>
            <a:endParaRPr lang="en-US"/>
          </a:p>
        </p:txBody>
      </p:sp>
      <p:sp>
        <p:nvSpPr>
          <p:cNvPr id="4" name="Slide Number Placeholder 3"/>
          <p:cNvSpPr>
            <a:spLocks noGrp="1"/>
          </p:cNvSpPr>
          <p:nvPr>
            <p:ph type="sldNum" sz="quarter" idx="5"/>
          </p:nvPr>
        </p:nvSpPr>
        <p:spPr/>
        <p:txBody>
          <a:bodyPr/>
          <a:lstStyle/>
          <a:p>
            <a:fld id="{17E59575-30D1-4661-8D21-5CF1396340F1}" type="slidenum">
              <a:rPr lang="en-US" smtClean="0"/>
              <a:t>8</a:t>
            </a:fld>
            <a:endParaRPr lang="en-US"/>
          </a:p>
        </p:txBody>
      </p:sp>
    </p:spTree>
    <p:extLst>
      <p:ext uri="{BB962C8B-B14F-4D97-AF65-F5344CB8AC3E}">
        <p14:creationId xmlns:p14="http://schemas.microsoft.com/office/powerpoint/2010/main" val="42945600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1">
              <a:rPr lang="en-US" smtClean="0"/>
              <a:t>4/21/2026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12748841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80EE6BAA-0080-49BB-A5F6-D96B22DFE410}" type="datetime1">
              <a:rPr lang="en-US" smtClean="0"/>
              <a:t>4/21/2026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7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l="1" r="-18789"/>
            </a:stretch>
          </a:blipFill>
        </p:spPr>
        <p:txBody>
          <a:bodyPr/>
          <a:lstStyle>
            <a:lvl1pPr>
              <a:defRPr/>
            </a:lvl1pPr>
          </a:lstStyle>
          <a:p>
            <a:r>
              <a:rPr lang="en-US"/>
              <a:t>   </a:t>
            </a:r>
          </a:p>
        </p:txBody>
      </p:sp>
      <p:sp>
        <p:nvSpPr>
          <p:cNvPr id="5" name="Title 4">
            <a:extLst>
              <a:ext uri="{FF2B5EF4-FFF2-40B4-BE49-F238E27FC236}">
                <a16:creationId xmlns:a16="http://schemas.microsoft.com/office/drawing/2014/main" id="{DD95CC36-AD95-97AF-0B3C-4CA25FF5420C}"/>
              </a:ext>
            </a:extLst>
          </p:cNvPr>
          <p:cNvSpPr>
            <a:spLocks noGrp="1"/>
          </p:cNvSpPr>
          <p:nvPr>
            <p:ph type="title"/>
          </p:nvPr>
        </p:nvSpPr>
        <p:spPr>
          <a:xfrm>
            <a:off x="0" y="3671046"/>
            <a:ext cx="12188952" cy="3186953"/>
          </a:xfrm>
          <a:gradFill>
            <a:gsLst>
              <a:gs pos="56000">
                <a:schemeClr val="bg2">
                  <a:alpha val="71000"/>
                </a:schemeClr>
              </a:gs>
              <a:gs pos="82000">
                <a:schemeClr val="bg2"/>
              </a:gs>
              <a:gs pos="16000">
                <a:schemeClr val="accent4">
                  <a:alpha val="0"/>
                </a:schemeClr>
              </a:gs>
            </a:gsLst>
            <a:lin ang="5400000" scaled="0"/>
          </a:gradFill>
        </p:spPr>
        <p:txBody>
          <a:bodyPr lIns="365760" tIns="91440" rIns="457200" bIns="1005840"/>
          <a:lstStyle>
            <a:lvl1pPr>
              <a:defRPr sz="5000"/>
            </a:lvl1pPr>
          </a:lstStyle>
          <a:p>
            <a:r>
              <a:rPr lang="en-US"/>
              <a:t>Click to edit Master title style</a:t>
            </a:r>
          </a:p>
        </p:txBody>
      </p:sp>
      <p:sp>
        <p:nvSpPr>
          <p:cNvPr id="14" name="Subtitle 2">
            <a:extLst>
              <a:ext uri="{FF2B5EF4-FFF2-40B4-BE49-F238E27FC236}">
                <a16:creationId xmlns:a16="http://schemas.microsoft.com/office/drawing/2014/main" id="{E3BCE92C-E876-D640-79C7-9E2EE54A7517}"/>
              </a:ext>
            </a:extLst>
          </p:cNvPr>
          <p:cNvSpPr>
            <a:spLocks noGrp="1"/>
          </p:cNvSpPr>
          <p:nvPr>
            <p:ph type="subTitle" idx="1"/>
          </p:nvPr>
        </p:nvSpPr>
        <p:spPr>
          <a:xfrm>
            <a:off x="0" y="5770529"/>
            <a:ext cx="12192000" cy="1087471"/>
          </a:xfrm>
          <a:gradFill>
            <a:gsLst>
              <a:gs pos="29000">
                <a:schemeClr val="bg2">
                  <a:alpha val="0"/>
                </a:schemeClr>
              </a:gs>
              <a:gs pos="47000">
                <a:schemeClr val="accent4">
                  <a:lumMod val="50000"/>
                  <a:alpha val="0"/>
                </a:schemeClr>
              </a:gs>
              <a:gs pos="100000">
                <a:schemeClr val="accent3">
                  <a:lumMod val="60000"/>
                  <a:lumOff val="40000"/>
                </a:schemeClr>
              </a:gs>
            </a:gsLst>
            <a:lin ang="5160000" scaled="0"/>
          </a:gradFill>
        </p:spPr>
        <p:txBody>
          <a:bodyPr vert="horz" lIns="393192" tIns="457200" rIns="274320" bIns="731520" rtlCol="0" anchor="b">
            <a:no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210312"/>
            <a:ext cx="3447355" cy="365760"/>
          </a:xfrm>
        </p:spPr>
        <p:txBody>
          <a:bodyPr/>
          <a:lstStyle/>
          <a:p>
            <a:fld id="{21560963-1EEA-4BDE-8FF9-3FEE13B5D43C}" type="datetime1">
              <a:rPr lang="en-US" smtClean="0"/>
              <a:t>4/21/2026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8687"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94882044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1">
              <a:rPr lang="en-US" smtClean="0"/>
              <a:t>4/21/2026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423286418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69146C6-F597-C006-1822-297853281771}"/>
              </a:ext>
            </a:extLst>
          </p:cNvPr>
          <p:cNvSpPr/>
          <p:nvPr/>
        </p:nvSpPr>
        <p:spPr>
          <a:xfrm rot="16200000" flipH="1">
            <a:off x="1300007" y="3732960"/>
            <a:ext cx="1825034" cy="4425045"/>
          </a:xfrm>
          <a:prstGeom prst="rect">
            <a:avLst/>
          </a:prstGeom>
          <a:gradFill flip="none" rotWithShape="1">
            <a:gsLst>
              <a:gs pos="56000">
                <a:schemeClr val="bg1">
                  <a:alpha val="0"/>
                </a:schemeClr>
              </a:gs>
              <a:gs pos="100000">
                <a:schemeClr val="accent6">
                  <a:alpha val="7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B08893D-F42F-F8AC-E751-618878BDB5EE}"/>
              </a:ext>
            </a:extLst>
          </p:cNvPr>
          <p:cNvSpPr/>
          <p:nvPr/>
        </p:nvSpPr>
        <p:spPr>
          <a:xfrm rot="10800000">
            <a:off x="0" y="-4"/>
            <a:ext cx="4572000" cy="1825033"/>
          </a:xfrm>
          <a:prstGeom prst="rect">
            <a:avLst/>
          </a:prstGeom>
          <a:gradFill>
            <a:gsLst>
              <a:gs pos="61000">
                <a:schemeClr val="bg2">
                  <a:alpha val="0"/>
                </a:schemeClr>
              </a:gs>
              <a:gs pos="100000">
                <a:schemeClr val="accent1">
                  <a:lumMod val="75000"/>
                  <a:alpha val="85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7268A13E-E2FC-935E-9D1B-2CA406D562F9}"/>
              </a:ext>
            </a:extLst>
          </p:cNvPr>
          <p:cNvSpPr>
            <a:spLocks noGrp="1"/>
          </p:cNvSpPr>
          <p:nvPr>
            <p:ph type="title"/>
          </p:nvPr>
        </p:nvSpPr>
        <p:spPr>
          <a:xfrm>
            <a:off x="268722" y="906109"/>
            <a:ext cx="3620078" cy="3445173"/>
          </a:xfrm>
        </p:spPr>
        <p:txBody>
          <a:bodyPr anchor="t">
            <a:normAutofit/>
          </a:bodyPr>
          <a:lstStyle>
            <a:lvl1pPr>
              <a:defRPr sz="3600"/>
            </a:lvl1pPr>
          </a:lstStyle>
          <a:p>
            <a:r>
              <a:rPr lang="en-US"/>
              <a:t>Click to edit Master title style</a:t>
            </a:r>
          </a:p>
        </p:txBody>
      </p:sp>
      <p:sp>
        <p:nvSpPr>
          <p:cNvPr id="10" name="Subtitle 2">
            <a:extLst>
              <a:ext uri="{FF2B5EF4-FFF2-40B4-BE49-F238E27FC236}">
                <a16:creationId xmlns:a16="http://schemas.microsoft.com/office/drawing/2014/main" id="{51C95713-168A-6692-3C97-A85B41C1AAE4}"/>
              </a:ext>
            </a:extLst>
          </p:cNvPr>
          <p:cNvSpPr>
            <a:spLocks noGrp="1"/>
          </p:cNvSpPr>
          <p:nvPr>
            <p:ph type="subTitle" idx="1"/>
          </p:nvPr>
        </p:nvSpPr>
        <p:spPr>
          <a:xfrm>
            <a:off x="268722" y="5473037"/>
            <a:ext cx="3521018" cy="880873"/>
          </a:xfrm>
          <a:noFill/>
        </p:spPr>
        <p:txBody>
          <a:bodyPr vert="horz" lIns="91440" tIns="45720" rIns="91440" bIns="45720" rtlCol="0" anchor="b">
            <a:noAutofit/>
          </a:bodyPr>
          <a:lstStyle>
            <a:lvl1pPr marL="0" indent="0">
              <a:buNone/>
              <a:defRPr lang="en-US" sz="16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268722" y="210114"/>
            <a:ext cx="2360128" cy="365760"/>
          </a:xfrm>
        </p:spPr>
        <p:txBody>
          <a:bodyPr/>
          <a:lstStyle/>
          <a:p>
            <a:r>
              <a:rPr lang="en-US"/>
              <a:t>Sample Footer Text</a:t>
            </a:r>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2645216" y="210114"/>
            <a:ext cx="1005840" cy="365760"/>
          </a:xfrm>
        </p:spPr>
        <p:txBody>
          <a:bodyPr/>
          <a:lstStyle/>
          <a:p>
            <a:fld id="{BCA7961A-B010-49E0-A3F6-1ED7ACF29013}" type="datetime1">
              <a:rPr lang="en-US" smtClean="0"/>
              <a:t>4/21/2026</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a:xfrm>
            <a:off x="3760180" y="210114"/>
            <a:ext cx="495299"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4572000" y="0"/>
            <a:ext cx="7620000" cy="6858000"/>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2615681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A8D131-CBCA-5C49-BC11-F46A79A7B14C}"/>
              </a:ext>
            </a:extLst>
          </p:cNvPr>
          <p:cNvSpPr/>
          <p:nvPr/>
        </p:nvSpPr>
        <p:spPr>
          <a:xfrm rot="16200000" flipH="1">
            <a:off x="376872" y="-386654"/>
            <a:ext cx="6858000" cy="7631304"/>
          </a:xfrm>
          <a:prstGeom prst="rect">
            <a:avLst/>
          </a:prstGeom>
          <a:gradFill flip="none" rotWithShape="1">
            <a:gsLst>
              <a:gs pos="0">
                <a:schemeClr val="accent1">
                  <a:lumMod val="75000"/>
                </a:schemeClr>
              </a:gs>
              <a:gs pos="35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64BBC73-2B54-D426-37D1-91554AB6280D}"/>
              </a:ext>
            </a:extLst>
          </p:cNvPr>
          <p:cNvSpPr/>
          <p:nvPr/>
        </p:nvSpPr>
        <p:spPr>
          <a:xfrm rot="5400000">
            <a:off x="4174854" y="-1144323"/>
            <a:ext cx="3842298" cy="12191994"/>
          </a:xfrm>
          <a:prstGeom prst="rect">
            <a:avLst/>
          </a:prstGeom>
          <a:gradFill>
            <a:gsLst>
              <a:gs pos="0">
                <a:schemeClr val="accent3">
                  <a:lumMod val="50000"/>
                </a:schemeClr>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E2267C95-ECBD-88E5-88AE-67841646FC78}"/>
              </a:ext>
              <a:ext uri="{C183D7F6-B498-43B3-948B-1728B52AA6E4}">
                <adec:decorative xmlns:adec="http://schemas.microsoft.com/office/drawing/2017/decorative" val="1"/>
              </a:ext>
            </a:extLst>
          </p:cNvPr>
          <p:cNvSpPr/>
          <p:nvPr/>
        </p:nvSpPr>
        <p:spPr>
          <a:xfrm flipH="1">
            <a:off x="2756015" y="0"/>
            <a:ext cx="4875297" cy="6850173"/>
          </a:xfrm>
          <a:prstGeom prst="rect">
            <a:avLst/>
          </a:prstGeom>
          <a:gradFill flip="none" rotWithShape="1">
            <a:gsLst>
              <a:gs pos="19000">
                <a:schemeClr val="bg2"/>
              </a:gs>
              <a:gs pos="49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itle 12">
            <a:extLst>
              <a:ext uri="{FF2B5EF4-FFF2-40B4-BE49-F238E27FC236}">
                <a16:creationId xmlns:a16="http://schemas.microsoft.com/office/drawing/2014/main" id="{AC3C9A42-36FA-B347-AD02-B9A12C8D9EAF}"/>
              </a:ext>
            </a:extLst>
          </p:cNvPr>
          <p:cNvSpPr>
            <a:spLocks noGrp="1"/>
          </p:cNvSpPr>
          <p:nvPr>
            <p:ph type="title"/>
          </p:nvPr>
        </p:nvSpPr>
        <p:spPr>
          <a:xfrm>
            <a:off x="272779" y="1135378"/>
            <a:ext cx="5676921" cy="2163626"/>
          </a:xfrm>
        </p:spPr>
        <p:txBody>
          <a:bodyPr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E1DB729E-19D6-E1D5-DB31-89E9DF5D4004}"/>
              </a:ext>
            </a:extLst>
          </p:cNvPr>
          <p:cNvSpPr>
            <a:spLocks noGrp="1"/>
          </p:cNvSpPr>
          <p:nvPr>
            <p:ph type="subTitle" idx="1"/>
          </p:nvPr>
        </p:nvSpPr>
        <p:spPr>
          <a:xfrm>
            <a:off x="301752" y="4774541"/>
            <a:ext cx="4875296" cy="1591058"/>
          </a:xfrm>
          <a:noFill/>
        </p:spPr>
        <p:txBody>
          <a:bodyPr vert="horz" lIns="91440" tIns="45720" rIns="91440" bIns="45720" rtlCol="0" anchor="b">
            <a:noAutofit/>
          </a:bodyPr>
          <a:lstStyle>
            <a:lvl1pPr marL="0" indent="0">
              <a:buNone/>
              <a:defRPr lang="en-US" sz="1600" dirty="0"/>
            </a:lvl1pPr>
          </a:lstStyle>
          <a:p>
            <a:pPr lvl="0"/>
            <a:r>
              <a:rPr lang="en-US"/>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a:xfrm>
            <a:off x="301752" y="210114"/>
            <a:ext cx="2509284" cy="365760"/>
          </a:xfrm>
        </p:spPr>
        <p:txBody>
          <a:bodyPr/>
          <a:lstStyle/>
          <a:p>
            <a:r>
              <a:rPr lang="en-US"/>
              <a:t>Sample Footer Text</a:t>
            </a:r>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210114"/>
            <a:ext cx="2153412" cy="365760"/>
          </a:xfrm>
        </p:spPr>
        <p:txBody>
          <a:bodyPr/>
          <a:lstStyle/>
          <a:p>
            <a:fld id="{9458DF63-6CB9-404F-8464-DF813E7A7B12}" type="datetime1">
              <a:rPr lang="en-US" smtClean="0"/>
              <a:t>4/21/2026</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210114"/>
            <a:ext cx="493776"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621524" y="0"/>
            <a:ext cx="4570476" cy="6858000"/>
          </a:xfrm>
          <a:blipFill>
            <a:blip r:embed="rId2">
              <a:alphaModFix amt="70000"/>
            </a:blip>
            <a:stretch>
              <a:fillRect/>
            </a:stretch>
          </a:blipFill>
        </p:spPr>
        <p:txBody>
          <a:bodyPr/>
          <a:lstStyle>
            <a:lvl1pPr>
              <a:defRPr/>
            </a:lvl1pPr>
          </a:lstStyle>
          <a:p>
            <a:r>
              <a:rPr lang="en-US"/>
              <a:t>   </a:t>
            </a:r>
          </a:p>
        </p:txBody>
      </p:sp>
      <p:cxnSp>
        <p:nvCxnSpPr>
          <p:cNvPr id="7" name="Straight Connector 6">
            <a:extLst>
              <a:ext uri="{FF2B5EF4-FFF2-40B4-BE49-F238E27FC236}">
                <a16:creationId xmlns:a16="http://schemas.microsoft.com/office/drawing/2014/main" id="{3B3541FD-375E-9F25-9D6E-2C93D6A17135}"/>
              </a:ext>
            </a:extLst>
          </p:cNvPr>
          <p:cNvCxnSpPr>
            <a:cxnSpLocks/>
          </p:cNvCxnSpPr>
          <p:nvPr userDrawn="1"/>
        </p:nvCxnSpPr>
        <p:spPr>
          <a:xfrm flipH="1">
            <a:off x="398166" y="762000"/>
            <a:ext cx="669969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4798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6C36F6-3968-40FA-37EA-155D2BE42AD1}"/>
              </a:ext>
            </a:extLst>
          </p:cNvPr>
          <p:cNvSpPr/>
          <p:nvPr/>
        </p:nvSpPr>
        <p:spPr>
          <a:xfrm>
            <a:off x="-2754" y="5254619"/>
            <a:ext cx="12188952" cy="1603381"/>
          </a:xfrm>
          <a:prstGeom prst="rect">
            <a:avLst/>
          </a:prstGeom>
          <a:gradFill>
            <a:gsLst>
              <a:gs pos="62000">
                <a:schemeClr val="accent6">
                  <a:lumMod val="50000"/>
                  <a:alpha val="0"/>
                </a:schemeClr>
              </a:gs>
              <a:gs pos="100000">
                <a:schemeClr val="accent4">
                  <a:alpha val="8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63A348-0551-47A0-DA50-F560E4EC6794}"/>
              </a:ext>
            </a:extLst>
          </p:cNvPr>
          <p:cNvSpPr/>
          <p:nvPr/>
        </p:nvSpPr>
        <p:spPr>
          <a:xfrm>
            <a:off x="1430867" y="4492679"/>
            <a:ext cx="10758085" cy="2365320"/>
          </a:xfrm>
          <a:prstGeom prst="rect">
            <a:avLst/>
          </a:prstGeom>
          <a:gradFill>
            <a:gsLst>
              <a:gs pos="71000">
                <a:schemeClr val="accent1">
                  <a:lumMod val="50000"/>
                  <a:alpha val="0"/>
                </a:schemeClr>
              </a:gs>
              <a:gs pos="99000">
                <a:schemeClr val="accent3">
                  <a:lumMod val="60000"/>
                  <a:lumOff val="40000"/>
                  <a:alpha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EE9334A-B58A-1191-419B-686185B07C62}"/>
              </a:ext>
            </a:extLst>
          </p:cNvPr>
          <p:cNvSpPr>
            <a:spLocks noGrp="1"/>
          </p:cNvSpPr>
          <p:nvPr>
            <p:ph type="title"/>
          </p:nvPr>
        </p:nvSpPr>
        <p:spPr>
          <a:xfrm>
            <a:off x="274320" y="5216448"/>
            <a:ext cx="7627857" cy="1394843"/>
          </a:xfrm>
        </p:spPr>
        <p:txBody>
          <a:bodyPr>
            <a:normAutofit/>
          </a:bodyPr>
          <a:lstStyle>
            <a:lvl1pPr>
              <a:defRPr sz="3600"/>
            </a:lvl1pPr>
          </a:lstStyle>
          <a:p>
            <a:r>
              <a:rPr lang="en-US"/>
              <a:t>Click to edit Master title style</a:t>
            </a:r>
          </a:p>
        </p:txBody>
      </p:sp>
      <p:sp>
        <p:nvSpPr>
          <p:cNvPr id="12" name="Subtitle 2">
            <a:extLst>
              <a:ext uri="{FF2B5EF4-FFF2-40B4-BE49-F238E27FC236}">
                <a16:creationId xmlns:a16="http://schemas.microsoft.com/office/drawing/2014/main" id="{25AC1EE1-879A-DD62-9DEE-9EDB54468EA5}"/>
              </a:ext>
            </a:extLst>
          </p:cNvPr>
          <p:cNvSpPr>
            <a:spLocks noGrp="1"/>
          </p:cNvSpPr>
          <p:nvPr>
            <p:ph type="subTitle" idx="1"/>
          </p:nvPr>
        </p:nvSpPr>
        <p:spPr>
          <a:xfrm>
            <a:off x="9183509" y="5216447"/>
            <a:ext cx="2738340" cy="1394844"/>
          </a:xfrm>
          <a:noFill/>
        </p:spPr>
        <p:txBody>
          <a:bodyPr vert="horz" lIns="91440" tIns="45720" rIns="91440" bIns="45720" rtlCol="0" anchor="b">
            <a:noAutofit/>
          </a:bodyPr>
          <a:lstStyle>
            <a:lvl1pPr marL="0" indent="0">
              <a:buNone/>
              <a:defRPr lang="en-US" sz="1400" dirty="0"/>
            </a:lvl1pPr>
          </a:lstStyle>
          <a:p>
            <a:pPr lvl="0"/>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3936570"/>
          </a:xfrm>
          <a:blipFill>
            <a:blip r:embed="rId2">
              <a:alphaModFix amt="70000"/>
            </a:blip>
            <a:stretch>
              <a:fillRect t="-14126"/>
            </a:stretch>
          </a:blipFill>
        </p:spPr>
        <p:txBody>
          <a:bodyPr/>
          <a:lstStyle>
            <a:lvl1pPr>
              <a:defRPr/>
            </a:lvl1pPr>
          </a:lstStyle>
          <a:p>
            <a:r>
              <a:rPr lang="en-US"/>
              <a:t>   </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4154963"/>
            <a:ext cx="3447355" cy="365760"/>
          </a:xfrm>
        </p:spPr>
        <p:txBody>
          <a:bodyPr/>
          <a:lstStyle/>
          <a:p>
            <a:fld id="{21560963-1EEA-4BDE-8FF9-3FEE13B5D43C}" type="datetime1">
              <a:rPr lang="en-US" smtClean="0"/>
              <a:t>4/21/2026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4154963"/>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52503" y="4154963"/>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90920668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2483189" y="0"/>
            <a:ext cx="9708811" cy="6859553"/>
          </a:xfrm>
          <a:prstGeom prst="rect">
            <a:avLst/>
          </a:prstGeom>
          <a:gradFill flip="none" rotWithShape="1">
            <a:gsLst>
              <a:gs pos="9000">
                <a:schemeClr val="accent1">
                  <a:lumMod val="75000"/>
                </a:schemeClr>
              </a:gs>
              <a:gs pos="54000">
                <a:schemeClr val="bg2">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398166" y="2201332"/>
            <a:ext cx="11793834" cy="4656665"/>
          </a:xfrm>
          <a:prstGeom prst="rect">
            <a:avLst/>
          </a:prstGeom>
          <a:gradFill>
            <a:gsLst>
              <a:gs pos="0">
                <a:schemeClr val="accent2"/>
              </a:gs>
              <a:gs pos="36000">
                <a:schemeClr val="accent1">
                  <a:lumMod val="5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17000">
                <a:schemeClr val="accent3">
                  <a:lumMod val="60000"/>
                  <a:lumOff val="40000"/>
                  <a:alpha val="51000"/>
                </a:schemeClr>
              </a:gs>
              <a:gs pos="44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cxnSp>
        <p:nvCxnSpPr>
          <p:cNvPr id="14" name="Straight Connector 13">
            <a:extLst>
              <a:ext uri="{FF2B5EF4-FFF2-40B4-BE49-F238E27FC236}">
                <a16:creationId xmlns:a16="http://schemas.microsoft.com/office/drawing/2014/main" id="{3CE9BCB7-0B84-78EB-474B-9077DE024658}"/>
              </a:ext>
            </a:extLst>
          </p:cNvPr>
          <p:cNvCxnSpPr>
            <a:cxnSpLocks/>
          </p:cNvCxnSpPr>
          <p:nvPr/>
        </p:nvCxnSpPr>
        <p:spPr>
          <a:xfrm flipH="1">
            <a:off x="358140" y="5174874"/>
            <a:ext cx="11475720"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7CA771C-C0DC-4CE5-6507-04B80A7BF2D3}"/>
              </a:ext>
            </a:extLst>
          </p:cNvPr>
          <p:cNvSpPr>
            <a:spLocks noGrp="1"/>
          </p:cNvSpPr>
          <p:nvPr>
            <p:ph type="title"/>
          </p:nvPr>
        </p:nvSpPr>
        <p:spPr>
          <a:xfrm>
            <a:off x="274320" y="388704"/>
            <a:ext cx="9509760" cy="4297679"/>
          </a:xfrm>
        </p:spPr>
        <p:txBody>
          <a:bodyPr anchor="t"/>
          <a:lstStyle>
            <a:lvl1pPr>
              <a:defRPr sz="6000"/>
            </a:lvl1pPr>
          </a:lstStyle>
          <a:p>
            <a:r>
              <a:rPr lang="en-US"/>
              <a:t>Click to edit Master title style</a:t>
            </a:r>
          </a:p>
        </p:txBody>
      </p:sp>
      <p:sp>
        <p:nvSpPr>
          <p:cNvPr id="17" name="Subtitle 2">
            <a:extLst>
              <a:ext uri="{FF2B5EF4-FFF2-40B4-BE49-F238E27FC236}">
                <a16:creationId xmlns:a16="http://schemas.microsoft.com/office/drawing/2014/main" id="{1CA59141-B447-02B6-2167-E19939B6D502}"/>
              </a:ext>
            </a:extLst>
          </p:cNvPr>
          <p:cNvSpPr>
            <a:spLocks noGrp="1"/>
          </p:cNvSpPr>
          <p:nvPr>
            <p:ph type="subTitle" idx="1"/>
          </p:nvPr>
        </p:nvSpPr>
        <p:spPr>
          <a:xfrm>
            <a:off x="301751" y="5486399"/>
            <a:ext cx="6951553" cy="726128"/>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1F96BEF7-236A-87FA-F0D9-F4515D8135D3}"/>
              </a:ext>
            </a:extLst>
          </p:cNvPr>
          <p:cNvSpPr>
            <a:spLocks noGrp="1"/>
          </p:cNvSpPr>
          <p:nvPr>
            <p:ph type="dt" sz="half" idx="10"/>
          </p:nvPr>
        </p:nvSpPr>
        <p:spPr>
          <a:xfrm>
            <a:off x="301752" y="6304985"/>
            <a:ext cx="2218156" cy="365760"/>
          </a:xfrm>
        </p:spPr>
        <p:txBody>
          <a:bodyPr/>
          <a:lstStyle>
            <a:lvl1pPr>
              <a:defRPr>
                <a:solidFill>
                  <a:schemeClr val="tx1"/>
                </a:solidFill>
              </a:defRPr>
            </a:lvl1pPr>
          </a:lstStyle>
          <a:p>
            <a:fld id="{082FB242-E4A2-4711-B168-6D02C45DBE61}" type="datetime1">
              <a:rPr lang="en-US" smtClean="0"/>
              <a:t>4/21/2026</a:t>
            </a:fld>
            <a:endParaRPr lang="en-US"/>
          </a:p>
        </p:txBody>
      </p:sp>
      <p:sp>
        <p:nvSpPr>
          <p:cNvPr id="5" name="Footer Placeholder 4">
            <a:extLst>
              <a:ext uri="{FF2B5EF4-FFF2-40B4-BE49-F238E27FC236}">
                <a16:creationId xmlns:a16="http://schemas.microsoft.com/office/drawing/2014/main" id="{B2B0F5B7-78E6-2702-0F8C-122F4D21C908}"/>
              </a:ext>
            </a:extLst>
          </p:cNvPr>
          <p:cNvSpPr>
            <a:spLocks noGrp="1"/>
          </p:cNvSpPr>
          <p:nvPr>
            <p:ph type="ftr" sz="quarter" idx="11"/>
          </p:nvPr>
        </p:nvSpPr>
        <p:spPr>
          <a:xfrm>
            <a:off x="7622485" y="6304985"/>
            <a:ext cx="2509284" cy="365760"/>
          </a:xfrm>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929C8F0-DE20-1DBB-6A42-CBFFAE15D7E6}"/>
              </a:ext>
            </a:extLst>
          </p:cNvPr>
          <p:cNvSpPr>
            <a:spLocks noGrp="1"/>
          </p:cNvSpPr>
          <p:nvPr>
            <p:ph type="sldNum" sz="quarter" idx="12"/>
          </p:nvPr>
        </p:nvSpPr>
        <p:spPr>
          <a:xfrm>
            <a:off x="11407526" y="6304985"/>
            <a:ext cx="493776"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36585528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2CEDE-2AB4-4FB8-9551-E0AA4222B1A3}" type="datetime1">
              <a:rPr lang="en-US" smtClean="0"/>
              <a:t>4/21/2026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smtClean="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userDrawn="1"/>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23302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A723D2-7AAD-C321-CBD6-371714EC1095}"/>
              </a:ext>
            </a:extLst>
          </p:cNvPr>
          <p:cNvSpPr/>
          <p:nvPr/>
        </p:nvSpPr>
        <p:spPr>
          <a:xfrm>
            <a:off x="0" y="-1"/>
            <a:ext cx="12192000" cy="6858000"/>
          </a:xfrm>
          <a:prstGeom prst="rect">
            <a:avLst/>
          </a:prstGeom>
          <a:gradFill flip="none" rotWithShape="1">
            <a:gsLst>
              <a:gs pos="70000">
                <a:schemeClr val="bg2"/>
              </a:gs>
              <a:gs pos="1149">
                <a:schemeClr val="accent3">
                  <a:lumMod val="50000"/>
                </a:schemeClr>
              </a:gs>
              <a:gs pos="33000">
                <a:schemeClr val="accent2">
                  <a:lumMod val="50000"/>
                </a:schemeClr>
              </a:gs>
            </a:gsLst>
            <a:path path="circle">
              <a:fillToRect t="100000" r="100000"/>
            </a:path>
            <a:tileRect l="-100000" b="-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5" name="Rectangle 4">
            <a:extLst>
              <a:ext uri="{FF2B5EF4-FFF2-40B4-BE49-F238E27FC236}">
                <a16:creationId xmlns:a16="http://schemas.microsoft.com/office/drawing/2014/main" id="{0854A4F1-E6B3-0BD8-2214-FC728BA0524F}"/>
              </a:ext>
            </a:extLst>
          </p:cNvPr>
          <p:cNvSpPr/>
          <p:nvPr/>
        </p:nvSpPr>
        <p:spPr>
          <a:xfrm rot="5400000">
            <a:off x="4604446" y="-729554"/>
            <a:ext cx="4537587" cy="10637521"/>
          </a:xfrm>
          <a:prstGeom prst="rect">
            <a:avLst/>
          </a:prstGeom>
          <a:gradFill flip="none" rotWithShape="1">
            <a:gsLst>
              <a:gs pos="65000">
                <a:schemeClr val="tx1">
                  <a:alpha val="0"/>
                </a:schemeClr>
              </a:gs>
              <a:gs pos="0">
                <a:schemeClr val="accent3">
                  <a:lumMod val="60000"/>
                  <a:lumOff val="40000"/>
                  <a:alpha val="70000"/>
                </a:schemeClr>
              </a:gs>
              <a:gs pos="32000">
                <a:schemeClr val="accent4">
                  <a:alpha val="0"/>
                </a:schemeClr>
              </a:gs>
            </a:gsLst>
            <a:lin ang="96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12" name="Title 11">
            <a:extLst>
              <a:ext uri="{FF2B5EF4-FFF2-40B4-BE49-F238E27FC236}">
                <a16:creationId xmlns:a16="http://schemas.microsoft.com/office/drawing/2014/main" id="{4B18168D-C992-4156-FB48-F867F260F21D}"/>
              </a:ext>
            </a:extLst>
          </p:cNvPr>
          <p:cNvSpPr>
            <a:spLocks noGrp="1"/>
          </p:cNvSpPr>
          <p:nvPr>
            <p:ph type="title"/>
          </p:nvPr>
        </p:nvSpPr>
        <p:spPr>
          <a:xfrm>
            <a:off x="270456" y="1133862"/>
            <a:ext cx="8346853" cy="3537889"/>
          </a:xfrm>
        </p:spPr>
        <p:txBody>
          <a:bodyPr anchor="t"/>
          <a:lstStyle>
            <a:lvl1pPr>
              <a:defRPr sz="5000"/>
            </a:lvl1pPr>
          </a:lstStyle>
          <a:p>
            <a:r>
              <a:rPr lang="en-US"/>
              <a:t>Click to edit Master title style</a:t>
            </a:r>
          </a:p>
        </p:txBody>
      </p:sp>
      <p:sp>
        <p:nvSpPr>
          <p:cNvPr id="14" name="Subtitle 2">
            <a:extLst>
              <a:ext uri="{FF2B5EF4-FFF2-40B4-BE49-F238E27FC236}">
                <a16:creationId xmlns:a16="http://schemas.microsoft.com/office/drawing/2014/main" id="{701A87CE-1AFE-0182-C6D3-084296E48E91}"/>
              </a:ext>
            </a:extLst>
          </p:cNvPr>
          <p:cNvSpPr>
            <a:spLocks noGrp="1"/>
          </p:cNvSpPr>
          <p:nvPr>
            <p:ph type="subTitle" idx="1"/>
          </p:nvPr>
        </p:nvSpPr>
        <p:spPr>
          <a:xfrm>
            <a:off x="301751" y="5525725"/>
            <a:ext cx="6052929" cy="884901"/>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5EAFA23F-C567-5858-AF7D-C37EC8657A25}"/>
              </a:ext>
            </a:extLst>
          </p:cNvPr>
          <p:cNvSpPr>
            <a:spLocks noGrp="1"/>
          </p:cNvSpPr>
          <p:nvPr>
            <p:ph type="dt" sz="half" idx="10"/>
          </p:nvPr>
        </p:nvSpPr>
        <p:spPr/>
        <p:txBody>
          <a:bodyPr/>
          <a:lstStyle/>
          <a:p>
            <a:fld id="{7DA2CEDE-2AB4-4FB8-9551-E0AA4222B1A3}" type="datetime1">
              <a:rPr lang="en-US" smtClean="0"/>
              <a:t>4/21/2026</a:t>
            </a:fld>
            <a:endParaRPr lang="en-US"/>
          </a:p>
        </p:txBody>
      </p:sp>
      <p:sp>
        <p:nvSpPr>
          <p:cNvPr id="8" name="Footer Placeholder 7">
            <a:extLst>
              <a:ext uri="{FF2B5EF4-FFF2-40B4-BE49-F238E27FC236}">
                <a16:creationId xmlns:a16="http://schemas.microsoft.com/office/drawing/2014/main" id="{8EFB4A31-4D88-6836-9F3A-5E23FC9DE7FB}"/>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3C38715-2A76-D075-B90E-D24A263D8DA5}"/>
              </a:ext>
            </a:extLst>
          </p:cNvPr>
          <p:cNvSpPr>
            <a:spLocks noGrp="1"/>
          </p:cNvSpPr>
          <p:nvPr>
            <p:ph type="sldNum" sz="quarter" idx="12"/>
          </p:nvPr>
        </p:nvSpPr>
        <p:spPr/>
        <p:txBody>
          <a:bodyPr/>
          <a:lstStyle/>
          <a:p>
            <a:fld id="{5E0677F5-4A8A-4BF1-96BE-3BAE8FBAFE2E}" type="slidenum">
              <a:rPr lang="en-US" smtClean="0"/>
              <a:pPr/>
              <a:t>‹#›</a:t>
            </a:fld>
            <a:endParaRPr lang="en-US"/>
          </a:p>
        </p:txBody>
      </p:sp>
      <p:cxnSp>
        <p:nvCxnSpPr>
          <p:cNvPr id="6" name="Straight Connector 5">
            <a:extLst>
              <a:ext uri="{FF2B5EF4-FFF2-40B4-BE49-F238E27FC236}">
                <a16:creationId xmlns:a16="http://schemas.microsoft.com/office/drawing/2014/main" id="{3D6702AA-E129-137F-060D-8DD37BC99937}"/>
              </a:ext>
            </a:extLst>
          </p:cNvPr>
          <p:cNvCxnSpPr>
            <a:cxnSpLocks/>
          </p:cNvCxnSpPr>
          <p:nvPr/>
        </p:nvCxnSpPr>
        <p:spPr>
          <a:xfrm flipH="1">
            <a:off x="358140" y="762000"/>
            <a:ext cx="11475720" cy="0"/>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FD9841-58FA-E828-27A6-DBFBFA5C0854}"/>
              </a:ext>
            </a:extLst>
          </p:cNvPr>
          <p:cNvCxnSpPr>
            <a:cxnSpLocks/>
          </p:cNvCxnSpPr>
          <p:nvPr/>
        </p:nvCxnSpPr>
        <p:spPr>
          <a:xfrm flipH="1">
            <a:off x="394716" y="5250426"/>
            <a:ext cx="11402568" cy="0"/>
          </a:xfrm>
          <a:prstGeom prst="line">
            <a:avLst/>
          </a:prstGeom>
          <a:ln w="6350">
            <a:solidFill>
              <a:schemeClr val="tx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89207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1">
              <a:rPr lang="en-US" smtClean="0"/>
              <a:t>4/21/2026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4058427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16200000" flipH="1">
            <a:off x="-367223" y="363046"/>
            <a:ext cx="6866356" cy="6131909"/>
          </a:xfrm>
          <a:prstGeom prst="rect">
            <a:avLst/>
          </a:prstGeom>
          <a:gradFill>
            <a:gsLst>
              <a:gs pos="0">
                <a:schemeClr val="accent1">
                  <a:lumMod val="75000"/>
                </a:schemeClr>
              </a:gs>
              <a:gs pos="69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16200000">
            <a:off x="-2106733" y="2106735"/>
            <a:ext cx="6858000" cy="2644533"/>
          </a:xfrm>
          <a:prstGeom prst="rect">
            <a:avLst/>
          </a:prstGeom>
          <a:gradFill>
            <a:gsLst>
              <a:gs pos="0">
                <a:schemeClr val="accent3">
                  <a:lumMod val="60000"/>
                  <a:lumOff val="40000"/>
                  <a:alpha val="72000"/>
                </a:schemeClr>
              </a:gs>
              <a:gs pos="49000">
                <a:schemeClr val="bg2">
                  <a:alpha val="0"/>
                </a:schemeClr>
              </a:gs>
            </a:gsLst>
            <a:lin ang="58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DF922070-FC98-090C-2EE5-E880AEA09D1B}"/>
              </a:ext>
            </a:extLst>
          </p:cNvPr>
          <p:cNvSpPr/>
          <p:nvPr/>
        </p:nvSpPr>
        <p:spPr>
          <a:xfrm flipH="1" flipV="1">
            <a:off x="0" y="2200164"/>
            <a:ext cx="12192000" cy="4657836"/>
          </a:xfrm>
          <a:prstGeom prst="rect">
            <a:avLst/>
          </a:prstGeom>
          <a:gradFill>
            <a:gsLst>
              <a:gs pos="0">
                <a:schemeClr val="accent2"/>
              </a:gs>
              <a:gs pos="52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74320" y="1079500"/>
            <a:ext cx="9867900" cy="5514953"/>
          </a:xfrm>
        </p:spPr>
        <p:txBody>
          <a:bodyPr anchor="b">
            <a:normAutofit/>
          </a:bodyPr>
          <a:lstStyle>
            <a:lvl1pP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BFF27D51-28B8-B2E3-D66E-632D6F01E601}"/>
              </a:ext>
            </a:extLst>
          </p:cNvPr>
          <p:cNvSpPr>
            <a:spLocks noGrp="1"/>
          </p:cNvSpPr>
          <p:nvPr>
            <p:ph type="dt" sz="half" idx="10"/>
          </p:nvPr>
        </p:nvSpPr>
        <p:spPr/>
        <p:txBody>
          <a:bodyPr/>
          <a:lstStyle/>
          <a:p>
            <a:fld id="{7DA2CEDE-2AB4-4FB8-9551-E0AA4222B1A3}" type="datetime1">
              <a:rPr lang="en-US" smtClean="0"/>
              <a:t>4/21/2026</a:t>
            </a:fld>
            <a:endParaRPr lang="en-US"/>
          </a:p>
        </p:txBody>
      </p:sp>
      <p:sp>
        <p:nvSpPr>
          <p:cNvPr id="4" name="Footer Placeholder 3">
            <a:extLst>
              <a:ext uri="{FF2B5EF4-FFF2-40B4-BE49-F238E27FC236}">
                <a16:creationId xmlns:a16="http://schemas.microsoft.com/office/drawing/2014/main" id="{411DCFE3-286D-146F-718D-4D8F709FB8DE}"/>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C65F9152-3DAD-AB36-D2B3-9A4DBF0AA786}"/>
              </a:ext>
            </a:extLst>
          </p:cNvPr>
          <p:cNvSpPr>
            <a:spLocks noGrp="1"/>
          </p:cNvSpPr>
          <p:nvPr>
            <p:ph type="sldNum" sz="quarter" idx="12"/>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112944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1">
              <a:rPr lang="en-US" smtClean="0"/>
              <a:t>4/21/2026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556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191826-CFE4-1D6E-85E2-32EE006A5C5D}"/>
              </a:ext>
            </a:extLst>
          </p:cNvPr>
          <p:cNvSpPr/>
          <p:nvPr/>
        </p:nvSpPr>
        <p:spPr>
          <a:xfrm flipH="1">
            <a:off x="0" y="0"/>
            <a:ext cx="12192000" cy="6857996"/>
          </a:xfrm>
          <a:prstGeom prst="rect">
            <a:avLst/>
          </a:prstGeom>
          <a:gradFill flip="none" rotWithShape="1">
            <a:gsLst>
              <a:gs pos="93000">
                <a:schemeClr val="tx2"/>
              </a:gs>
              <a:gs pos="75000">
                <a:schemeClr val="accent1">
                  <a:alpha val="94000"/>
                </a:schemeClr>
              </a:gs>
              <a:gs pos="39000">
                <a:schemeClr val="accent4">
                  <a:lumMod val="50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DDCB74-BBA4-B75C-2781-A574716A3DE4}"/>
              </a:ext>
            </a:extLst>
          </p:cNvPr>
          <p:cNvSpPr/>
          <p:nvPr/>
        </p:nvSpPr>
        <p:spPr>
          <a:xfrm>
            <a:off x="0" y="-5"/>
            <a:ext cx="7958884" cy="5425439"/>
          </a:xfrm>
          <a:prstGeom prst="rect">
            <a:avLst/>
          </a:prstGeom>
          <a:gradFill flip="none" rotWithShape="1">
            <a:gsLst>
              <a:gs pos="6000">
                <a:schemeClr val="accent4">
                  <a:lumMod val="50000"/>
                </a:schemeClr>
              </a:gs>
              <a:gs pos="51000">
                <a:schemeClr val="accent6">
                  <a:lumMod val="75000"/>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E4A60CA-D100-CFE6-62AC-013A201FBB9F}"/>
              </a:ext>
            </a:extLst>
          </p:cNvPr>
          <p:cNvSpPr/>
          <p:nvPr/>
        </p:nvSpPr>
        <p:spPr>
          <a:xfrm rot="5400000">
            <a:off x="1660810" y="-1660814"/>
            <a:ext cx="6858000" cy="10179620"/>
          </a:xfrm>
          <a:prstGeom prst="rect">
            <a:avLst/>
          </a:prstGeom>
          <a:gradFill flip="none" rotWithShape="1">
            <a:gsLst>
              <a:gs pos="6000">
                <a:schemeClr val="accent3">
                  <a:lumMod val="60000"/>
                  <a:lumOff val="40000"/>
                  <a:alpha val="50000"/>
                </a:schemeClr>
              </a:gs>
              <a:gs pos="72989">
                <a:schemeClr val="bg2">
                  <a:alpha val="0"/>
                </a:schemeClr>
              </a:gs>
              <a:gs pos="37000">
                <a:schemeClr val="accent2">
                  <a:lumMod val="75000"/>
                  <a:alpha val="8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itle 4">
            <a:extLst>
              <a:ext uri="{FF2B5EF4-FFF2-40B4-BE49-F238E27FC236}">
                <a16:creationId xmlns:a16="http://schemas.microsoft.com/office/drawing/2014/main" id="{22C61630-0AC6-F4D9-545E-38A32C69F3CA}"/>
              </a:ext>
            </a:extLst>
          </p:cNvPr>
          <p:cNvSpPr>
            <a:spLocks noGrp="1"/>
          </p:cNvSpPr>
          <p:nvPr>
            <p:ph type="title"/>
          </p:nvPr>
        </p:nvSpPr>
        <p:spPr>
          <a:xfrm>
            <a:off x="274320" y="1148579"/>
            <a:ext cx="4724400" cy="2811649"/>
          </a:xfrm>
        </p:spPr>
        <p:txBody>
          <a:bodyPr anchor="t"/>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2375" y="210114"/>
            <a:ext cx="1884796" cy="365760"/>
          </a:xfrm>
        </p:spPr>
        <p:txBody>
          <a:bodyPr/>
          <a:lstStyle/>
          <a:p>
            <a:fld id="{C2A0816E-BD5C-478F-AB95-6BE098266DF3}" type="datetime1">
              <a:rPr lang="en-US" smtClean="0"/>
              <a:t>4/21/2026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81323" y="210114"/>
            <a:ext cx="2509284"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1322" y="1148580"/>
            <a:ext cx="4986777" cy="4606762"/>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5326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75515BC3-2A9C-497B-B82C-246EEDDDF89C}" type="datetime1">
              <a:rPr lang="en-US" smtClean="0"/>
              <a:t>4/21/2026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428086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EF5A46-889B-82F0-E6A3-B308E2DCC951}"/>
              </a:ext>
            </a:extLst>
          </p:cNvPr>
          <p:cNvSpPr/>
          <p:nvPr/>
        </p:nvSpPr>
        <p:spPr>
          <a:xfrm rot="5400000" flipH="1" flipV="1">
            <a:off x="5012872" y="-5012874"/>
            <a:ext cx="2166257" cy="12192001"/>
          </a:xfrm>
          <a:prstGeom prst="rect">
            <a:avLst/>
          </a:prstGeom>
          <a:gradFill flip="none" rotWithShape="1">
            <a:gsLst>
              <a:gs pos="0">
                <a:schemeClr val="accent3">
                  <a:lumMod val="60000"/>
                  <a:lumOff val="40000"/>
                </a:schemeClr>
              </a:gs>
              <a:gs pos="61000">
                <a:schemeClr val="bg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70E27D4F-6E85-4618-7F98-5F4B945ACFE4}"/>
              </a:ext>
            </a:extLst>
          </p:cNvPr>
          <p:cNvSpPr/>
          <p:nvPr/>
        </p:nvSpPr>
        <p:spPr>
          <a:xfrm rot="10800000" flipH="1" flipV="1">
            <a:off x="4836601" y="0"/>
            <a:ext cx="7355399" cy="6858000"/>
          </a:xfrm>
          <a:prstGeom prst="rect">
            <a:avLst/>
          </a:prstGeom>
          <a:gradFill flip="none" rotWithShape="1">
            <a:gsLst>
              <a:gs pos="44000">
                <a:schemeClr val="accent2">
                  <a:alpha val="28000"/>
                </a:schemeClr>
              </a:gs>
              <a:gs pos="0">
                <a:schemeClr val="accent1"/>
              </a:gs>
              <a:gs pos="75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70C6460E-7477-249C-CA29-89DD19B3F5CB}"/>
              </a:ext>
            </a:extLst>
          </p:cNvPr>
          <p:cNvSpPr/>
          <p:nvPr/>
        </p:nvSpPr>
        <p:spPr>
          <a:xfrm rot="10800000" flipH="1" flipV="1">
            <a:off x="6749143" y="1763485"/>
            <a:ext cx="5442857" cy="5094514"/>
          </a:xfrm>
          <a:prstGeom prst="rect">
            <a:avLst/>
          </a:prstGeom>
          <a:gradFill flip="none" rotWithShape="1">
            <a:gsLst>
              <a:gs pos="0">
                <a:schemeClr val="accent5">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90595"/>
            <a:ext cx="5811178" cy="3043682"/>
          </a:xfrm>
        </p:spPr>
        <p:txBody>
          <a:bodyPr anchor="b">
            <a:normAutofit/>
          </a:bodyPr>
          <a:lstStyle>
            <a:lvl1pPr>
              <a:defRPr sz="4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CDEAC1E-5504-4723-BE4B-1DE8B305AF62}" type="datetime1">
              <a:rPr lang="en-US" smtClean="0"/>
              <a:t>4/21/2026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4167941"/>
            <a:ext cx="5811177" cy="181722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24301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37BF44-E096-ADC8-0C23-BA7E19E66787}"/>
              </a:ext>
            </a:extLst>
          </p:cNvPr>
          <p:cNvSpPr/>
          <p:nvPr/>
        </p:nvSpPr>
        <p:spPr>
          <a:xfrm rot="10800000" flipV="1">
            <a:off x="3342" y="0"/>
            <a:ext cx="5334001" cy="6858000"/>
          </a:xfrm>
          <a:prstGeom prst="rect">
            <a:avLst/>
          </a:prstGeom>
          <a:gradFill flip="none" rotWithShape="1">
            <a:gsLst>
              <a:gs pos="52000">
                <a:schemeClr val="accent2">
                  <a:alpha val="28000"/>
                </a:schemeClr>
              </a:gs>
              <a:gs pos="0">
                <a:schemeClr val="accent1"/>
              </a:gs>
              <a:gs pos="78000">
                <a:schemeClr val="bg2">
                  <a:alpha val="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E503D519-17B6-1CCD-DA98-45A0B88A04E8}"/>
              </a:ext>
            </a:extLst>
          </p:cNvPr>
          <p:cNvSpPr/>
          <p:nvPr/>
        </p:nvSpPr>
        <p:spPr>
          <a:xfrm rot="10800000" flipV="1">
            <a:off x="-2" y="1448661"/>
            <a:ext cx="7828909" cy="5409338"/>
          </a:xfrm>
          <a:prstGeom prst="rect">
            <a:avLst/>
          </a:prstGeom>
          <a:gradFill flip="none" rotWithShape="1">
            <a:gsLst>
              <a:gs pos="0">
                <a:schemeClr val="accent3">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738353"/>
            <a:ext cx="2907231" cy="2501900"/>
          </a:xfrm>
        </p:spPr>
        <p:txBody>
          <a:bodyPr anchor="t">
            <a:normAutofit/>
          </a:bodyPr>
          <a:lstStyle>
            <a:lvl1pPr>
              <a:defRPr sz="2800">
                <a:solidFill>
                  <a:schemeClr val="tx1"/>
                </a:solidFill>
              </a:defRPr>
            </a:lvl1pPr>
          </a:lstStyle>
          <a:p>
            <a:r>
              <a:rPr lang="en-US"/>
              <a:t>Click to edit Master title style</a:t>
            </a:r>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8E6582D0-CC23-4B30-B5F7-0EC0E82226EA}" type="datetime1">
              <a:rPr lang="en-US" smtClean="0"/>
              <a:t>4/21/2026</a:t>
            </a:fld>
            <a:endParaRPr lang="en-US"/>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r>
              <a:rPr lang="en-US"/>
              <a:t>Sample Footer Text</a:t>
            </a:r>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334000" y="1738352"/>
            <a:ext cx="4797769" cy="3787377"/>
          </a:xfrm>
        </p:spPr>
        <p:txBody>
          <a:bodyPr vert="horz" lIns="91440" tIns="45720" rIns="73152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588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2CEDE-2AB4-4FB8-9551-E0AA4222B1A3}" type="datetime1">
              <a:rPr lang="en-US" smtClean="0"/>
              <a:t>4/21/2026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56481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25286"/>
            <a:ext cx="6177587" cy="1635723"/>
          </a:xfrm>
        </p:spPr>
        <p:txBody>
          <a:bodyPr anchor="b">
            <a:norm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73F7B4F8-3C61-0936-7251-8633EE5F2C1B}"/>
              </a:ext>
            </a:extLst>
          </p:cNvPr>
          <p:cNvSpPr>
            <a:spLocks noGrp="1"/>
          </p:cNvSpPr>
          <p:nvPr>
            <p:ph type="dt" sz="half" idx="14"/>
          </p:nvPr>
        </p:nvSpPr>
        <p:spPr/>
        <p:txBody>
          <a:bodyPr/>
          <a:lstStyle/>
          <a:p>
            <a:fld id="{7DA2CEDE-2AB4-4FB8-9551-E0AA4222B1A3}" type="datetime1">
              <a:rPr lang="en-US" smtClean="0"/>
              <a:t>4/21/2026</a:t>
            </a:fld>
            <a:endParaRPr lang="en-US"/>
          </a:p>
        </p:txBody>
      </p:sp>
      <p:sp>
        <p:nvSpPr>
          <p:cNvPr id="5" name="Footer Placeholder 4">
            <a:extLst>
              <a:ext uri="{FF2B5EF4-FFF2-40B4-BE49-F238E27FC236}">
                <a16:creationId xmlns:a16="http://schemas.microsoft.com/office/drawing/2014/main" id="{26DA624A-E1F8-4C9A-205B-0A6EA83A187B}"/>
              </a:ext>
            </a:extLst>
          </p:cNvPr>
          <p:cNvSpPr>
            <a:spLocks noGrp="1"/>
          </p:cNvSpPr>
          <p:nvPr>
            <p:ph type="ftr" sz="quarter" idx="15"/>
          </p:nvPr>
        </p:nvSpPr>
        <p:spPr/>
        <p:txBody>
          <a:bodyPr/>
          <a:lstStyle/>
          <a:p>
            <a:r>
              <a:rPr lang="en-US"/>
              <a:t>Sample Footer Text</a:t>
            </a:r>
          </a:p>
        </p:txBody>
      </p:sp>
      <p:sp>
        <p:nvSpPr>
          <p:cNvPr id="11" name="Slide Number Placeholder 10">
            <a:extLst>
              <a:ext uri="{FF2B5EF4-FFF2-40B4-BE49-F238E27FC236}">
                <a16:creationId xmlns:a16="http://schemas.microsoft.com/office/drawing/2014/main" id="{11848B1D-AC89-3F75-720C-6A1E8C8E7AAF}"/>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017520"/>
            <a:ext cx="7680960" cy="34747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F51E206-ED3F-B360-C610-1197186BA59A}"/>
              </a:ext>
            </a:extLst>
          </p:cNvPr>
          <p:cNvSpPr/>
          <p:nvPr/>
        </p:nvSpPr>
        <p:spPr>
          <a:xfrm rot="16200000" flipV="1">
            <a:off x="7683337" y="2349337"/>
            <a:ext cx="6858000" cy="2159326"/>
          </a:xfrm>
          <a:prstGeom prst="rect">
            <a:avLst/>
          </a:prstGeom>
          <a:gradFill>
            <a:gsLst>
              <a:gs pos="0">
                <a:schemeClr val="accent3"/>
              </a:gs>
              <a:gs pos="48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4D874C02-925E-C0AE-1F22-882A90A64E54}"/>
              </a:ext>
            </a:extLst>
          </p:cNvPr>
          <p:cNvSpPr/>
          <p:nvPr/>
        </p:nvSpPr>
        <p:spPr>
          <a:xfrm rot="10800000" flipH="1" flipV="1">
            <a:off x="7849486" y="0"/>
            <a:ext cx="4342514" cy="6858000"/>
          </a:xfrm>
          <a:prstGeom prst="rect">
            <a:avLst/>
          </a:prstGeom>
          <a:gradFill flip="none" rotWithShape="1">
            <a:gsLst>
              <a:gs pos="29000">
                <a:schemeClr val="accent2">
                  <a:alpha val="28000"/>
                </a:schemeClr>
              </a:gs>
              <a:gs pos="5000">
                <a:schemeClr val="accent1">
                  <a:alpha val="63000"/>
                </a:schemeClr>
              </a:gs>
              <a:gs pos="66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Tree>
    <p:extLst>
      <p:ext uri="{BB962C8B-B14F-4D97-AF65-F5344CB8AC3E}">
        <p14:creationId xmlns:p14="http://schemas.microsoft.com/office/powerpoint/2010/main" val="35067437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3E08220-0958-4EB6-84AC-FBA5654D4035}" type="datetime1">
              <a:rPr lang="en-US" smtClean="0"/>
              <a:t>4/21/2026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17984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4/21/2026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6306086" cy="5335754"/>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90087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376"/>
            <a:ext cx="9875520"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7DA9862-2C49-41B4-AD0B-6F93BC6DDDF8}" type="datetime1">
              <a:rPr lang="en-US" smtClean="0"/>
              <a:t>4/21/2026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Rectangle 9">
            <a:extLst>
              <a:ext uri="{FF2B5EF4-FFF2-40B4-BE49-F238E27FC236}">
                <a16:creationId xmlns:a16="http://schemas.microsoft.com/office/drawing/2014/main" id="{67BDEC48-6AF0-A15B-1E5D-9476B32733A4}"/>
              </a:ext>
            </a:extLst>
          </p:cNvPr>
          <p:cNvSpPr/>
          <p:nvPr/>
        </p:nvSpPr>
        <p:spPr>
          <a:xfrm rot="10800000" flipH="1">
            <a:off x="0" y="1700784"/>
            <a:ext cx="12192000" cy="2406798"/>
          </a:xfrm>
          <a:prstGeom prst="rect">
            <a:avLst/>
          </a:prstGeom>
          <a:gradFill>
            <a:gsLst>
              <a:gs pos="79000">
                <a:schemeClr val="bg2">
                  <a:alpha val="0"/>
                </a:schemeClr>
              </a:gs>
              <a:gs pos="100000">
                <a:schemeClr val="accent6">
                  <a:alpha val="66000"/>
                </a:schemeClr>
              </a:gs>
            </a:gsLst>
            <a:lin ang="5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6CCDA7C-EB2B-A59A-8F97-263F3FE42D52}"/>
              </a:ext>
            </a:extLst>
          </p:cNvPr>
          <p:cNvSpPr/>
          <p:nvPr/>
        </p:nvSpPr>
        <p:spPr>
          <a:xfrm rot="10800000">
            <a:off x="1159597" y="1700784"/>
            <a:ext cx="11032403" cy="1260888"/>
          </a:xfrm>
          <a:prstGeom prst="rect">
            <a:avLst/>
          </a:prstGeom>
          <a:gradFill flip="none" rotWithShape="1">
            <a:gsLst>
              <a:gs pos="21830">
                <a:schemeClr val="accent1">
                  <a:lumMod val="75000"/>
                  <a:alpha val="35000"/>
                </a:schemeClr>
              </a:gs>
              <a:gs pos="0">
                <a:schemeClr val="accent3">
                  <a:lumMod val="60000"/>
                  <a:lumOff val="40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2011679"/>
            <a:ext cx="1161288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081348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4/21/2026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7420178" cy="5375082"/>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437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37D881E9-FF16-48A7-B8AA-A17AAAEAD6E1}" type="datetime1">
              <a:rPr lang="en-US" smtClean="0"/>
              <a:t>4/21/2026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9491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59103" y="952500"/>
            <a:ext cx="3239262" cy="158288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0"/>
            <a:ext cx="7620000" cy="6858001"/>
          </a:xfrm>
          <a:blipFill>
            <a:blip r:embed="rId2">
              <a:alphaModFix amt="60000"/>
            </a:blip>
            <a:stretch>
              <a:fillRect/>
            </a:stretch>
          </a:blipFill>
        </p:spPr>
        <p:txBody>
          <a:bodyPr/>
          <a:lstStyle>
            <a:lvl1pPr>
              <a:defRPr/>
            </a:lvl1pPr>
          </a:lstStyle>
          <a:p>
            <a:r>
              <a:rPr lang="en-US"/>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81000" y="210114"/>
            <a:ext cx="1413537" cy="365760"/>
          </a:xfrm>
        </p:spPr>
        <p:txBody>
          <a:bodyPr/>
          <a:lstStyle/>
          <a:p>
            <a:fld id="{52D95AE2-CFB9-4B68-957C-4721356B27A9}" type="datetime1">
              <a:rPr lang="en-US" smtClean="0"/>
              <a:t>4/21/2026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50916" y="210114"/>
            <a:ext cx="233352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59103" y="3103929"/>
            <a:ext cx="3239262" cy="3109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A2AF1B15-A912-4D71-3A1C-A97F524B9DE0}"/>
              </a:ext>
            </a:extLst>
          </p:cNvPr>
          <p:cNvCxnSpPr>
            <a:cxnSpLocks/>
          </p:cNvCxnSpPr>
          <p:nvPr/>
        </p:nvCxnSpPr>
        <p:spPr>
          <a:xfrm flipH="1">
            <a:off x="8237415"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68003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4/21/2026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8655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2BDF39F2-6977-4B14-98E3-4DFE82804B0D}" type="datetime1">
              <a:rPr lang="en-US" smtClean="0"/>
              <a:t>4/21/2026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userDrawn="1"/>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91089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1" y="955810"/>
            <a:ext cx="4114799" cy="1244051"/>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01752" y="210114"/>
            <a:ext cx="1485900" cy="365760"/>
          </a:xfrm>
        </p:spPr>
        <p:txBody>
          <a:bodyPr/>
          <a:lstStyle/>
          <a:p>
            <a:fld id="{2BDF39F2-6977-4B14-98E3-4DFE82804B0D}" type="datetime1">
              <a:rPr lang="en-US" smtClean="0"/>
              <a:t>4/21/2026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2268722"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a:xfrm>
            <a:off x="4192949"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2788920"/>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5232400" y="1"/>
            <a:ext cx="6959600" cy="6858000"/>
          </a:xfrm>
          <a:blipFill>
            <a:blip r:embed="rId2">
              <a:alphaModFix amt="60000"/>
            </a:blip>
            <a:stretch>
              <a:fillRect/>
            </a:stretch>
          </a:blipFill>
        </p:spPr>
        <p:txBody>
          <a:bodyPr/>
          <a:lstStyle>
            <a:lvl1pPr>
              <a:defRPr/>
            </a:lvl1pPr>
          </a:lstStyle>
          <a:p>
            <a:r>
              <a:rPr lang="en-US"/>
              <a:t>   </a:t>
            </a:r>
          </a:p>
        </p:txBody>
      </p:sp>
      <p:cxnSp>
        <p:nvCxnSpPr>
          <p:cNvPr id="5" name="Straight Connector 4">
            <a:extLst>
              <a:ext uri="{FF2B5EF4-FFF2-40B4-BE49-F238E27FC236}">
                <a16:creationId xmlns:a16="http://schemas.microsoft.com/office/drawing/2014/main" id="{F5904EB0-09B1-E4AD-6BEA-66B82835A61F}"/>
              </a:ext>
            </a:extLst>
          </p:cNvPr>
          <p:cNvCxnSpPr>
            <a:cxnSpLocks/>
          </p:cNvCxnSpPr>
          <p:nvPr/>
        </p:nvCxnSpPr>
        <p:spPr>
          <a:xfrm flipH="1">
            <a:off x="395444"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B01857F-DF9F-2A98-2C2B-889C9BE29432}"/>
              </a:ext>
            </a:extLst>
          </p:cNvPr>
          <p:cNvSpPr/>
          <p:nvPr userDrawn="1"/>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19134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C1B48-5712-40E8-928E-1136C5D12A17}" type="datetime1">
              <a:rPr lang="en-US" smtClean="0"/>
              <a:t>4/21/2026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a:t>   </a:t>
            </a:r>
          </a:p>
        </p:txBody>
      </p:sp>
    </p:spTree>
    <p:extLst>
      <p:ext uri="{BB962C8B-B14F-4D97-AF65-F5344CB8AC3E}">
        <p14:creationId xmlns:p14="http://schemas.microsoft.com/office/powerpoint/2010/main" val="36615521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3383280"/>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3017520"/>
          </a:xfrm>
          <a:blipFill dpi="0" rotWithShape="1">
            <a:blip r:embed="rId2">
              <a:alphaModFix amt="60000"/>
            </a:blip>
            <a:srcRect/>
            <a:stretch>
              <a:fillRect b="-29122"/>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3383280"/>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4/21/2026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8029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4/21/2026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userDrawn="1"/>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38947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6F66A7C-2450-4D43-AEC7-53AFAE9E8A03}" type="datetime1">
              <a:rPr lang="en-US" smtClean="0"/>
              <a:t>4/21/2026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4433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341" y="1005840"/>
            <a:ext cx="5098676" cy="88584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 y="0"/>
            <a:ext cx="5627801" cy="6858001"/>
          </a:xfrm>
          <a:blipFill>
            <a:blip r:embed="rId2">
              <a:alphaModFix amt="60000"/>
            </a:blip>
            <a:stretch>
              <a:fillRect/>
            </a:stretch>
          </a:blipFill>
        </p:spPr>
        <p:txBody>
          <a:bodyPr/>
          <a:lstStyle>
            <a:lvl1pPr>
              <a:defRPr/>
            </a:lvl1pPr>
          </a:lstStyle>
          <a:p>
            <a:r>
              <a:rPr lang="en-US"/>
              <a:t>   </a:t>
            </a:r>
          </a:p>
        </p:txBody>
      </p:sp>
      <p:sp>
        <p:nvSpPr>
          <p:cNvPr id="3" name="Date Placeholder 2">
            <a:extLst>
              <a:ext uri="{FF2B5EF4-FFF2-40B4-BE49-F238E27FC236}">
                <a16:creationId xmlns:a16="http://schemas.microsoft.com/office/drawing/2014/main" id="{8C8F33F2-F4BB-B275-F273-C808EF0E4C3F}"/>
              </a:ext>
            </a:extLst>
          </p:cNvPr>
          <p:cNvSpPr>
            <a:spLocks noGrp="1"/>
          </p:cNvSpPr>
          <p:nvPr>
            <p:ph type="dt" sz="half" idx="16"/>
          </p:nvPr>
        </p:nvSpPr>
        <p:spPr/>
        <p:txBody>
          <a:bodyPr/>
          <a:lstStyle/>
          <a:p>
            <a:fld id="{7DA2CEDE-2AB4-4FB8-9551-E0AA4222B1A3}" type="datetime1">
              <a:rPr lang="en-US" smtClean="0"/>
              <a:t>4/21/2026</a:t>
            </a:fld>
            <a:endParaRPr lang="en-US"/>
          </a:p>
        </p:txBody>
      </p:sp>
      <p:sp>
        <p:nvSpPr>
          <p:cNvPr id="7" name="Footer Placeholder 6">
            <a:extLst>
              <a:ext uri="{FF2B5EF4-FFF2-40B4-BE49-F238E27FC236}">
                <a16:creationId xmlns:a16="http://schemas.microsoft.com/office/drawing/2014/main" id="{13F4D515-6DB5-140D-B839-CB332F27BDD7}"/>
              </a:ext>
            </a:extLst>
          </p:cNvPr>
          <p:cNvSpPr>
            <a:spLocks noGrp="1"/>
          </p:cNvSpPr>
          <p:nvPr>
            <p:ph type="ftr" sz="quarter" idx="17"/>
          </p:nvPr>
        </p:nvSpPr>
        <p:spPr>
          <a:xfrm>
            <a:off x="6146341"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6C24E981-2AEE-AD42-76FB-6003D79DAE8C}"/>
              </a:ext>
            </a:extLst>
          </p:cNvPr>
          <p:cNvSpPr>
            <a:spLocks noGrp="1"/>
          </p:cNvSpPr>
          <p:nvPr>
            <p:ph type="sldNum" sz="quarter" idx="18"/>
          </p:nvPr>
        </p:nvSpPr>
        <p:spPr/>
        <p:txBody>
          <a:bodyPr/>
          <a:lstStyle/>
          <a:p>
            <a:fld id="{5E0677F5-4A8A-4BF1-96BE-3BAE8FBAFE2E}" type="slidenum">
              <a:rPr lang="en-US" smtClean="0"/>
              <a:pPr/>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155767" y="2047285"/>
            <a:ext cx="5098675" cy="4048715"/>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969FB954-0266-229D-9FE8-7EEDE4102171}"/>
              </a:ext>
            </a:extLst>
          </p:cNvPr>
          <p:cNvCxnSpPr>
            <a:cxnSpLocks/>
          </p:cNvCxnSpPr>
          <p:nvPr/>
        </p:nvCxnSpPr>
        <p:spPr>
          <a:xfrm flipH="1">
            <a:off x="6247224" y="751313"/>
            <a:ext cx="55500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08637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4984"/>
            <a:ext cx="2820593" cy="2018221"/>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4/21/2026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3668134" y="210114"/>
            <a:ext cx="330200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178517" y="210114"/>
            <a:ext cx="605475"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3669802" y="1014984"/>
            <a:ext cx="3951867" cy="5088504"/>
          </a:xfrm>
        </p:spPr>
        <p:txBody>
          <a:bodyPr r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288976" y="0"/>
            <a:ext cx="3903023" cy="6857999"/>
          </a:xfrm>
          <a:blipFill>
            <a:blip r:embed="rId2">
              <a:alphaModFix amt="60000"/>
            </a:blip>
            <a:stretch>
              <a:fillRect/>
            </a:stretch>
          </a:blipFill>
        </p:spPr>
        <p:txBody>
          <a:bodyPr/>
          <a:lstStyle>
            <a:lvl1pPr>
              <a:defRPr/>
            </a:lvl1pPr>
          </a:lstStyle>
          <a:p>
            <a:r>
              <a:rPr lang="en-US"/>
              <a:t>   </a:t>
            </a:r>
          </a:p>
        </p:txBody>
      </p:sp>
      <p:cxnSp>
        <p:nvCxnSpPr>
          <p:cNvPr id="7" name="Straight Connector 6">
            <a:extLst>
              <a:ext uri="{FF2B5EF4-FFF2-40B4-BE49-F238E27FC236}">
                <a16:creationId xmlns:a16="http://schemas.microsoft.com/office/drawing/2014/main" id="{9A521034-7090-2D31-55C9-25FDCC8BE1D5}"/>
              </a:ext>
            </a:extLst>
          </p:cNvPr>
          <p:cNvCxnSpPr>
            <a:cxnSpLocks/>
          </p:cNvCxnSpPr>
          <p:nvPr/>
        </p:nvCxnSpPr>
        <p:spPr>
          <a:xfrm flipH="1">
            <a:off x="397002" y="751313"/>
            <a:ext cx="72977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BEA23E8F-F4E2-0421-02A4-4F2398C907D3}"/>
              </a:ext>
            </a:extLst>
          </p:cNvPr>
          <p:cNvSpPr/>
          <p:nvPr/>
        </p:nvSpPr>
        <p:spPr>
          <a:xfrm flipH="1">
            <a:off x="0" y="3644910"/>
            <a:ext cx="1854200" cy="3213090"/>
          </a:xfrm>
          <a:prstGeom prst="rect">
            <a:avLst/>
          </a:prstGeom>
          <a:gradFill>
            <a:gsLst>
              <a:gs pos="60000">
                <a:schemeClr val="bg2">
                  <a:alpha val="0"/>
                </a:schemeClr>
              </a:gs>
              <a:gs pos="100000">
                <a:schemeClr val="accent6"/>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182988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FBC323F5-F813-45BA-B261-A7C41DB03AE5}" type="datetime1">
              <a:rPr lang="en-US" smtClean="0"/>
              <a:t>4/21/2026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9859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124712"/>
            <a:ext cx="6035040" cy="118872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341B6B1A-D5A1-4BE6-F356-717BCDE641E2}"/>
              </a:ext>
            </a:extLst>
          </p:cNvPr>
          <p:cNvSpPr>
            <a:spLocks noGrp="1"/>
          </p:cNvSpPr>
          <p:nvPr>
            <p:ph type="dt" sz="half" idx="16"/>
          </p:nvPr>
        </p:nvSpPr>
        <p:spPr>
          <a:xfrm>
            <a:off x="301752" y="210114"/>
            <a:ext cx="1759288" cy="365760"/>
          </a:xfrm>
        </p:spPr>
        <p:txBody>
          <a:bodyPr/>
          <a:lstStyle/>
          <a:p>
            <a:fld id="{7DA2CEDE-2AB4-4FB8-9551-E0AA4222B1A3}" type="datetime1">
              <a:rPr lang="en-US" smtClean="0"/>
              <a:t>4/21/2026</a:t>
            </a:fld>
            <a:endParaRPr lang="en-US"/>
          </a:p>
        </p:txBody>
      </p:sp>
      <p:sp>
        <p:nvSpPr>
          <p:cNvPr id="5" name="Footer Placeholder 4">
            <a:extLst>
              <a:ext uri="{FF2B5EF4-FFF2-40B4-BE49-F238E27FC236}">
                <a16:creationId xmlns:a16="http://schemas.microsoft.com/office/drawing/2014/main" id="{EC0BF832-23A2-A613-62C4-CB5A46DFFDAE}"/>
              </a:ext>
            </a:extLst>
          </p:cNvPr>
          <p:cNvSpPr>
            <a:spLocks noGrp="1"/>
          </p:cNvSpPr>
          <p:nvPr>
            <p:ph type="ftr" sz="quarter" idx="17"/>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840ECE9-B681-F022-60D1-1A016882C82F}"/>
              </a:ext>
            </a:extLst>
          </p:cNvPr>
          <p:cNvSpPr>
            <a:spLocks noGrp="1"/>
          </p:cNvSpPr>
          <p:nvPr>
            <p:ph type="sldNum" sz="quarter" idx="18"/>
          </p:nvPr>
        </p:nvSpPr>
        <p:spPr/>
        <p:txBody>
          <a:bodyPr/>
          <a:lstStyle/>
          <a:p>
            <a:fld id="{5E0677F5-4A8A-4BF1-96BE-3BAE8FBAFE2E}" type="slidenum">
              <a:rPr lang="en-US" smtClean="0"/>
              <a:pPr/>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93776" y="2629095"/>
            <a:ext cx="6286500" cy="3729912"/>
          </a:xfrm>
          <a:blipFill>
            <a:blip r:embed="rId2">
              <a:alphaModFix amt="60000"/>
            </a:blip>
            <a:stretch>
              <a:fillRect b="-13379"/>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20000" y="1124712"/>
            <a:ext cx="3683000" cy="523429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751E514-0366-08AF-7655-4232DA4DBADF}"/>
              </a:ext>
            </a:extLst>
          </p:cNvPr>
          <p:cNvSpPr/>
          <p:nvPr/>
        </p:nvSpPr>
        <p:spPr>
          <a:xfrm flipH="1">
            <a:off x="3009900" y="5797487"/>
            <a:ext cx="9182100" cy="1060512"/>
          </a:xfrm>
          <a:prstGeom prst="rect">
            <a:avLst/>
          </a:prstGeom>
          <a:gradFill>
            <a:gsLst>
              <a:gs pos="55000">
                <a:schemeClr val="bg2">
                  <a:alpha val="0"/>
                </a:schemeClr>
              </a:gs>
              <a:gs pos="100000">
                <a:schemeClr val="accent4"/>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817AFFE-A609-63B8-B679-F0129190A122}"/>
              </a:ext>
            </a:extLst>
          </p:cNvPr>
          <p:cNvSpPr/>
          <p:nvPr/>
        </p:nvSpPr>
        <p:spPr>
          <a:xfrm rot="5400000" flipH="1">
            <a:off x="9426287" y="4092286"/>
            <a:ext cx="4807525" cy="723901"/>
          </a:xfrm>
          <a:prstGeom prst="rect">
            <a:avLst/>
          </a:prstGeom>
          <a:gradFill>
            <a:gsLst>
              <a:gs pos="47000">
                <a:schemeClr val="bg2">
                  <a:alpha val="0"/>
                </a:schemeClr>
              </a:gs>
              <a:gs pos="100000">
                <a:schemeClr val="accent3">
                  <a:lumMod val="40000"/>
                  <a:lumOff val="60000"/>
                  <a:alpha val="61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5959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60120"/>
            <a:ext cx="7726680" cy="914400"/>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6D40D1C1-6E49-4083-B78C-1B50EA73104C}" type="datetime1">
              <a:rPr lang="en-US" smtClean="0"/>
              <a:t>4/21/2026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4942516" y="203862"/>
            <a:ext cx="2377440"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7540537" y="203862"/>
            <a:ext cx="602991" cy="365760"/>
          </a:xfrm>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1" y="2194560"/>
            <a:ext cx="772668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8663152" y="0"/>
            <a:ext cx="3528848" cy="6858000"/>
          </a:xfrm>
          <a:blipFill>
            <a:blip r:embed="rId2">
              <a:alphaModFix amt="60000"/>
            </a:blip>
            <a:stretch>
              <a:fillRect/>
            </a:stretch>
          </a:blipFill>
        </p:spPr>
        <p:txBody>
          <a:bodyPr/>
          <a:lstStyle>
            <a:lvl1pPr>
              <a:defRPr/>
            </a:lvl1pPr>
          </a:lstStyle>
          <a:p>
            <a:r>
              <a:rPr lang="en-US"/>
              <a:t>   </a:t>
            </a:r>
          </a:p>
        </p:txBody>
      </p:sp>
      <p:cxnSp>
        <p:nvCxnSpPr>
          <p:cNvPr id="5" name="Straight Connector 4">
            <a:extLst>
              <a:ext uri="{FF2B5EF4-FFF2-40B4-BE49-F238E27FC236}">
                <a16:creationId xmlns:a16="http://schemas.microsoft.com/office/drawing/2014/main" id="{61A1B53F-5BA2-09DF-9A48-941699CA2D54}"/>
              </a:ext>
            </a:extLst>
          </p:cNvPr>
          <p:cNvCxnSpPr>
            <a:cxnSpLocks/>
          </p:cNvCxnSpPr>
          <p:nvPr/>
        </p:nvCxnSpPr>
        <p:spPr>
          <a:xfrm flipH="1">
            <a:off x="457202" y="751313"/>
            <a:ext cx="758952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48445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10016" y="957435"/>
            <a:ext cx="6400800" cy="885847"/>
          </a:xfrm>
        </p:spPr>
        <p:txBody>
          <a:bodyPr rIns="548640"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2" y="0"/>
            <a:ext cx="4698090" cy="6858001"/>
          </a:xfrm>
          <a:blipFill>
            <a:blip r:embed="rId2">
              <a:alphaModFix amt="60000"/>
            </a:blip>
            <a:stretch>
              <a:fillRect/>
            </a:stretch>
          </a:blipFill>
        </p:spPr>
        <p:txBody>
          <a:bodyPr/>
          <a:lstStyle>
            <a:lvl1pPr>
              <a:defRPr/>
            </a:lvl1pPr>
          </a:lstStyle>
          <a:p>
            <a:r>
              <a:rPr lang="en-US"/>
              <a:t>   </a:t>
            </a:r>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5213149" y="212239"/>
            <a:ext cx="2208276" cy="365760"/>
          </a:xfrm>
        </p:spPr>
        <p:txBody>
          <a:bodyPr/>
          <a:lstStyle/>
          <a:p>
            <a:fld id="{E74C9532-5249-4EF8-9302-9703A89C50A6}" type="datetime1">
              <a:rPr lang="en-US" smtClean="0"/>
              <a:t>4/21/2026</a:t>
            </a:fld>
            <a:endParaRPr lang="en-US"/>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7619999" y="210114"/>
            <a:ext cx="2297151" cy="365760"/>
          </a:xfrm>
        </p:spPr>
        <p:txBody>
          <a:bodyPr/>
          <a:lstStyle/>
          <a:p>
            <a:r>
              <a:rPr lang="en-US"/>
              <a:t>Sample Footer Text</a:t>
            </a:r>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E0677F5-4A8A-4BF1-96BE-3BAE8FBAFE2E}"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10016" y="2054715"/>
            <a:ext cx="6400800" cy="4502965"/>
          </a:xfrm>
        </p:spPr>
        <p:txBody>
          <a:bodyPr rIns="5486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9D4FBA1-5448-1E5A-42E9-23AAC06CC512}"/>
              </a:ext>
            </a:extLst>
          </p:cNvPr>
          <p:cNvCxnSpPr>
            <a:cxnSpLocks/>
          </p:cNvCxnSpPr>
          <p:nvPr/>
        </p:nvCxnSpPr>
        <p:spPr>
          <a:xfrm flipH="1">
            <a:off x="5319887" y="751313"/>
            <a:ext cx="647739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6026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4/21/2026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81370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4/21/2026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70957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7B77AD4-7B4F-4A76-ADEB-9CF6601338DB}" type="datetime1">
              <a:rPr lang="en-US" smtClean="0"/>
              <a:t>4/21/2026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3875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DD010CB8-5ADF-D96A-0AE8-D830AFDEB94C}"/>
              </a:ext>
            </a:extLst>
          </p:cNvPr>
          <p:cNvSpPr>
            <a:spLocks noGrp="1"/>
          </p:cNvSpPr>
          <p:nvPr>
            <p:ph type="title"/>
          </p:nvPr>
        </p:nvSpPr>
        <p:spPr>
          <a:xfrm>
            <a:off x="7622485" y="1100831"/>
            <a:ext cx="3503935" cy="3811825"/>
          </a:xfrm>
        </p:spPr>
        <p:txBody>
          <a:bodyPr anchor="t">
            <a:normAutofit/>
          </a:bodyPr>
          <a:lstStyle>
            <a:lvl1pPr>
              <a:lnSpc>
                <a:spcPct val="10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7E7D3A11-047C-4AE4-9A54-AA0426E18492}" type="datetime1">
              <a:rPr lang="en-US" smtClean="0"/>
              <a:t>4/21/2026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9" name="Content Placeholder 9">
            <a:extLst>
              <a:ext uri="{FF2B5EF4-FFF2-40B4-BE49-F238E27FC236}">
                <a16:creationId xmlns:a16="http://schemas.microsoft.com/office/drawing/2014/main" id="{205AA2D5-1683-397E-F373-FD43CF41C356}"/>
              </a:ext>
            </a:extLst>
          </p:cNvPr>
          <p:cNvSpPr>
            <a:spLocks noGrp="1"/>
          </p:cNvSpPr>
          <p:nvPr>
            <p:ph sz="quarter" idx="17" hasCustomPrompt="1"/>
          </p:nvPr>
        </p:nvSpPr>
        <p:spPr>
          <a:xfrm>
            <a:off x="274638" y="1192305"/>
            <a:ext cx="6354305" cy="5302119"/>
          </a:xfrm>
        </p:spPr>
        <p:txBody>
          <a:bodyPr anchor="b"/>
          <a:lstStyle>
            <a:lvl1pPr>
              <a:lnSpc>
                <a:spcPct val="85000"/>
              </a:lnSpc>
              <a:defRPr sz="167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a:t>##%</a:t>
            </a:r>
          </a:p>
        </p:txBody>
      </p:sp>
      <p:cxnSp>
        <p:nvCxnSpPr>
          <p:cNvPr id="8" name="Straight Connector 7">
            <a:extLst>
              <a:ext uri="{FF2B5EF4-FFF2-40B4-BE49-F238E27FC236}">
                <a16:creationId xmlns:a16="http://schemas.microsoft.com/office/drawing/2014/main" id="{6A889F67-0B6B-A4B3-54DF-0A8015E5486C}"/>
              </a:ext>
            </a:extLst>
          </p:cNvPr>
          <p:cNvCxnSpPr>
            <a:cxnSpLocks/>
          </p:cNvCxnSpPr>
          <p:nvPr/>
        </p:nvCxnSpPr>
        <p:spPr>
          <a:xfrm flipV="1">
            <a:off x="7083125" y="1192305"/>
            <a:ext cx="0" cy="4711453"/>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41160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1175658" y="0"/>
            <a:ext cx="11016342" cy="6858000"/>
          </a:xfrm>
          <a:prstGeom prst="rect">
            <a:avLst/>
          </a:prstGeom>
          <a:gradFill flip="none" rotWithShape="1">
            <a:gsLst>
              <a:gs pos="61500">
                <a:schemeClr val="accent1">
                  <a:alpha val="50000"/>
                </a:schemeClr>
              </a:gs>
              <a:gs pos="40000">
                <a:schemeClr val="accent5">
                  <a:alpha val="50000"/>
                </a:schemeClr>
              </a:gs>
              <a:gs pos="6000">
                <a:schemeClr val="bg2"/>
              </a:gs>
              <a:gs pos="94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267450" y="933451"/>
            <a:ext cx="6858000" cy="4991099"/>
          </a:xfrm>
          <a:prstGeom prst="rect">
            <a:avLst/>
          </a:prstGeom>
          <a:gradFill>
            <a:gsLst>
              <a:gs pos="3000">
                <a:schemeClr val="accent6">
                  <a:lumMod val="75000"/>
                </a:schemeClr>
              </a:gs>
              <a:gs pos="65000">
                <a:schemeClr val="accent4">
                  <a:lumMod val="50000"/>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Rectangle 2">
            <a:extLst>
              <a:ext uri="{FF2B5EF4-FFF2-40B4-BE49-F238E27FC236}">
                <a16:creationId xmlns:a16="http://schemas.microsoft.com/office/drawing/2014/main" id="{81D28BDD-509C-1D92-D003-9C8B1DAEC620}"/>
              </a:ext>
            </a:extLst>
          </p:cNvPr>
          <p:cNvSpPr/>
          <p:nvPr/>
        </p:nvSpPr>
        <p:spPr>
          <a:xfrm flipH="1" flipV="1">
            <a:off x="2764971" y="4219356"/>
            <a:ext cx="9427029" cy="2638644"/>
          </a:xfrm>
          <a:prstGeom prst="rect">
            <a:avLst/>
          </a:prstGeom>
          <a:gradFill flip="none" rotWithShape="1">
            <a:gsLst>
              <a:gs pos="0">
                <a:schemeClr val="accent3"/>
              </a:gs>
              <a:gs pos="52000">
                <a:schemeClr val="bg2">
                  <a:alpha val="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826BBCE4-74E2-A371-85F6-5E780BA94CAA}"/>
              </a:ext>
            </a:extLst>
          </p:cNvPr>
          <p:cNvSpPr/>
          <p:nvPr/>
        </p:nvSpPr>
        <p:spPr>
          <a:xfrm flipV="1">
            <a:off x="1524" y="1858018"/>
            <a:ext cx="12188952" cy="4999982"/>
          </a:xfrm>
          <a:prstGeom prst="rect">
            <a:avLst/>
          </a:prstGeom>
          <a:gradFill>
            <a:gsLst>
              <a:gs pos="28000">
                <a:schemeClr val="bg2"/>
              </a:gs>
              <a:gs pos="56000">
                <a:schemeClr val="bg2">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6815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9" name="Title 10">
            <a:extLst>
              <a:ext uri="{FF2B5EF4-FFF2-40B4-BE49-F238E27FC236}">
                <a16:creationId xmlns:a16="http://schemas.microsoft.com/office/drawing/2014/main" id="{2548AAB2-8D73-965E-CC0B-7865E812CACE}"/>
              </a:ext>
            </a:extLst>
          </p:cNvPr>
          <p:cNvSpPr>
            <a:spLocks noGrp="1"/>
          </p:cNvSpPr>
          <p:nvPr>
            <p:ph type="title"/>
          </p:nvPr>
        </p:nvSpPr>
        <p:spPr>
          <a:xfrm>
            <a:off x="6477001" y="5056104"/>
            <a:ext cx="5320284" cy="1322290"/>
          </a:xfrm>
        </p:spPr>
        <p:txBody>
          <a:bodyPr anchor="t"/>
          <a:lstStyle>
            <a:lvl1pPr algn="r">
              <a:lnSpc>
                <a:spcPct val="120000"/>
              </a:lnSpc>
              <a:spcBef>
                <a:spcPts val="1000"/>
              </a:spcBef>
              <a:defRPr sz="2000">
                <a:latin typeface="+mn-lt"/>
              </a:defRPr>
            </a:lvl1pPr>
          </a:lstStyle>
          <a:p>
            <a:r>
              <a:rPr lang="en-US"/>
              <a:t>Click to edit Master title style</a:t>
            </a:r>
          </a:p>
        </p:txBody>
      </p:sp>
      <p:sp>
        <p:nvSpPr>
          <p:cNvPr id="14" name="Date Placeholder 13">
            <a:extLst>
              <a:ext uri="{FF2B5EF4-FFF2-40B4-BE49-F238E27FC236}">
                <a16:creationId xmlns:a16="http://schemas.microsoft.com/office/drawing/2014/main" id="{459F1889-15CA-49B5-957D-AFEE32125C96}"/>
              </a:ext>
            </a:extLst>
          </p:cNvPr>
          <p:cNvSpPr>
            <a:spLocks noGrp="1"/>
          </p:cNvSpPr>
          <p:nvPr>
            <p:ph type="dt" sz="half" idx="14"/>
          </p:nvPr>
        </p:nvSpPr>
        <p:spPr/>
        <p:txBody>
          <a:bodyPr/>
          <a:lstStyle/>
          <a:p>
            <a:fld id="{7DA2CEDE-2AB4-4FB8-9551-E0AA4222B1A3}" type="datetime1">
              <a:rPr lang="en-US" smtClean="0"/>
              <a:t>4/21/2026</a:t>
            </a:fld>
            <a:endParaRPr lang="en-US"/>
          </a:p>
        </p:txBody>
      </p:sp>
      <p:sp>
        <p:nvSpPr>
          <p:cNvPr id="15" name="Footer Placeholder 14">
            <a:extLst>
              <a:ext uri="{FF2B5EF4-FFF2-40B4-BE49-F238E27FC236}">
                <a16:creationId xmlns:a16="http://schemas.microsoft.com/office/drawing/2014/main" id="{08B8EC79-A8CC-7A55-D80D-9F557250E751}"/>
              </a:ext>
            </a:extLst>
          </p:cNvPr>
          <p:cNvSpPr>
            <a:spLocks noGrp="1"/>
          </p:cNvSpPr>
          <p:nvPr>
            <p:ph type="ftr" sz="quarter" idx="15"/>
          </p:nvPr>
        </p:nvSpPr>
        <p:spPr/>
        <p:txBody>
          <a:bodyPr/>
          <a:lstStyle/>
          <a:p>
            <a:r>
              <a:rPr lang="en-US"/>
              <a:t>Sample Footer Text</a:t>
            </a:r>
          </a:p>
        </p:txBody>
      </p:sp>
      <p:sp>
        <p:nvSpPr>
          <p:cNvPr id="16" name="Slide Number Placeholder 15">
            <a:extLst>
              <a:ext uri="{FF2B5EF4-FFF2-40B4-BE49-F238E27FC236}">
                <a16:creationId xmlns:a16="http://schemas.microsoft.com/office/drawing/2014/main" id="{20317C40-C1F7-2A61-6EFC-9DBC5587444B}"/>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9">
            <a:extLst>
              <a:ext uri="{FF2B5EF4-FFF2-40B4-BE49-F238E27FC236}">
                <a16:creationId xmlns:a16="http://schemas.microsoft.com/office/drawing/2014/main" id="{D9D57452-6086-AD7E-BB02-6CEEDA958256}"/>
              </a:ext>
            </a:extLst>
          </p:cNvPr>
          <p:cNvSpPr>
            <a:spLocks noGrp="1"/>
          </p:cNvSpPr>
          <p:nvPr>
            <p:ph sz="quarter" idx="17" hasCustomPrompt="1"/>
          </p:nvPr>
        </p:nvSpPr>
        <p:spPr>
          <a:xfrm>
            <a:off x="274638" y="965289"/>
            <a:ext cx="11087974" cy="3423256"/>
          </a:xfrm>
        </p:spPr>
        <p:txBody>
          <a:bodyPr anchor="t"/>
          <a:lstStyle>
            <a:lvl1pPr>
              <a:lnSpc>
                <a:spcPct val="85000"/>
              </a:lnSpc>
              <a:defRPr sz="24400">
                <a:solidFill>
                  <a:schemeClr val="tx1"/>
                </a:solidFill>
                <a:latin typeface="+mj-lt"/>
              </a:defRPr>
            </a:lvl1pPr>
          </a:lstStyle>
          <a:p>
            <a:pPr lvl="0"/>
            <a:r>
              <a:rPr lang="en-US"/>
              <a:t>##%</a:t>
            </a:r>
          </a:p>
        </p:txBody>
      </p:sp>
    </p:spTree>
    <p:extLst>
      <p:ext uri="{BB962C8B-B14F-4D97-AF65-F5344CB8AC3E}">
        <p14:creationId xmlns:p14="http://schemas.microsoft.com/office/powerpoint/2010/main" val="18409913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1D28BDD-509C-1D92-D003-9C8B1DAEC620}"/>
              </a:ext>
            </a:extLst>
          </p:cNvPr>
          <p:cNvSpPr/>
          <p:nvPr/>
        </p:nvSpPr>
        <p:spPr>
          <a:xfrm flipH="1" flipV="1">
            <a:off x="-1" y="2200164"/>
            <a:ext cx="12192000" cy="4657836"/>
          </a:xfrm>
          <a:prstGeom prst="rect">
            <a:avLst/>
          </a:prstGeom>
          <a:gradFill>
            <a:gsLst>
              <a:gs pos="0">
                <a:schemeClr val="accent2"/>
              </a:gs>
              <a:gs pos="47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5325644" y="726090"/>
            <a:ext cx="6866356" cy="6131909"/>
          </a:xfrm>
          <a:prstGeom prst="rect">
            <a:avLst/>
          </a:prstGeom>
          <a:gradFill flip="none" rotWithShape="1">
            <a:gsLst>
              <a:gs pos="20000">
                <a:schemeClr val="accent3">
                  <a:lumMod val="60000"/>
                  <a:lumOff val="40000"/>
                  <a:alpha val="67000"/>
                </a:schemeClr>
              </a:gs>
              <a:gs pos="5000">
                <a:schemeClr val="tx2">
                  <a:alpha val="94000"/>
                </a:schemeClr>
              </a:gs>
              <a:gs pos="70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683189" y="1349189"/>
            <a:ext cx="6858000" cy="4159622"/>
          </a:xfrm>
          <a:prstGeom prst="rect">
            <a:avLst/>
          </a:prstGeom>
          <a:gradFill>
            <a:gsLst>
              <a:gs pos="0">
                <a:schemeClr val="accent1">
                  <a:lumMod val="75000"/>
                </a:schemeClr>
              </a:gs>
              <a:gs pos="63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7636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8" name="Title 10">
            <a:extLst>
              <a:ext uri="{FF2B5EF4-FFF2-40B4-BE49-F238E27FC236}">
                <a16:creationId xmlns:a16="http://schemas.microsoft.com/office/drawing/2014/main" id="{6E27F960-EB1F-031C-F95C-2380BB06B5E8}"/>
              </a:ext>
            </a:extLst>
          </p:cNvPr>
          <p:cNvSpPr>
            <a:spLocks noGrp="1"/>
          </p:cNvSpPr>
          <p:nvPr>
            <p:ph type="title"/>
          </p:nvPr>
        </p:nvSpPr>
        <p:spPr>
          <a:xfrm>
            <a:off x="1885949" y="5125006"/>
            <a:ext cx="8420100" cy="728222"/>
          </a:xfrm>
        </p:spPr>
        <p:txBody>
          <a:bodyPr anchor="ctr"/>
          <a:lstStyle>
            <a:lvl1pPr algn="ctr">
              <a:lnSpc>
                <a:spcPct val="120000"/>
              </a:lnSpc>
              <a:spcBef>
                <a:spcPts val="1000"/>
              </a:spcBef>
              <a:defRPr sz="2000">
                <a:latin typeface="+mn-lt"/>
              </a:defRPr>
            </a:lvl1pPr>
          </a:lstStyle>
          <a:p>
            <a:r>
              <a:rPr lang="en-US"/>
              <a:t>Click to edit Master title style</a:t>
            </a:r>
          </a:p>
        </p:txBody>
      </p:sp>
      <p:sp>
        <p:nvSpPr>
          <p:cNvPr id="6" name="Content Placeholder 9">
            <a:extLst>
              <a:ext uri="{FF2B5EF4-FFF2-40B4-BE49-F238E27FC236}">
                <a16:creationId xmlns:a16="http://schemas.microsoft.com/office/drawing/2014/main" id="{A34236BC-4366-0C69-F209-C904D38401F8}"/>
              </a:ext>
            </a:extLst>
          </p:cNvPr>
          <p:cNvSpPr>
            <a:spLocks noGrp="1"/>
          </p:cNvSpPr>
          <p:nvPr>
            <p:ph sz="quarter" idx="17" hasCustomPrompt="1"/>
          </p:nvPr>
        </p:nvSpPr>
        <p:spPr>
          <a:xfrm>
            <a:off x="723900" y="726090"/>
            <a:ext cx="10744200" cy="3860382"/>
          </a:xfrm>
        </p:spPr>
        <p:txBody>
          <a:bodyPr anchor="b"/>
          <a:lstStyle>
            <a:lvl1pPr algn="ctr">
              <a:lnSpc>
                <a:spcPct val="85000"/>
              </a:lnSpc>
              <a:defRPr sz="25500">
                <a:solidFill>
                  <a:schemeClr val="tx1"/>
                </a:solidFill>
                <a:latin typeface="+mj-lt"/>
              </a:defRPr>
            </a:lvl1pPr>
          </a:lstStyle>
          <a:p>
            <a:pPr lvl="0"/>
            <a:r>
              <a:rPr lang="en-US"/>
              <a:t>##%</a:t>
            </a:r>
          </a:p>
        </p:txBody>
      </p:sp>
      <p:cxnSp>
        <p:nvCxnSpPr>
          <p:cNvPr id="14" name="Straight Connector 13">
            <a:extLst>
              <a:ext uri="{FF2B5EF4-FFF2-40B4-BE49-F238E27FC236}">
                <a16:creationId xmlns:a16="http://schemas.microsoft.com/office/drawing/2014/main" id="{417591FD-2E75-A22D-FBA7-02D7E815F645}"/>
              </a:ext>
            </a:extLst>
          </p:cNvPr>
          <p:cNvCxnSpPr>
            <a:cxnSpLocks/>
          </p:cNvCxnSpPr>
          <p:nvPr/>
        </p:nvCxnSpPr>
        <p:spPr>
          <a:xfrm flipH="1">
            <a:off x="394716" y="6091872"/>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5" name="Date Placeholder 14">
            <a:extLst>
              <a:ext uri="{FF2B5EF4-FFF2-40B4-BE49-F238E27FC236}">
                <a16:creationId xmlns:a16="http://schemas.microsoft.com/office/drawing/2014/main" id="{38FB55F3-AB08-16DF-AAC9-DD747B27C4E2}"/>
              </a:ext>
            </a:extLst>
          </p:cNvPr>
          <p:cNvSpPr>
            <a:spLocks noGrp="1"/>
          </p:cNvSpPr>
          <p:nvPr>
            <p:ph type="dt" sz="half" idx="14"/>
          </p:nvPr>
        </p:nvSpPr>
        <p:spPr>
          <a:xfrm>
            <a:off x="301752" y="6286290"/>
            <a:ext cx="1759288" cy="365760"/>
          </a:xfrm>
        </p:spPr>
        <p:txBody>
          <a:bodyPr/>
          <a:lstStyle/>
          <a:p>
            <a:fld id="{7DA2CEDE-2AB4-4FB8-9551-E0AA4222B1A3}" type="datetime1">
              <a:rPr lang="en-US" smtClean="0"/>
              <a:t>4/21/2026</a:t>
            </a:fld>
            <a:endParaRPr lang="en-US"/>
          </a:p>
        </p:txBody>
      </p:sp>
      <p:sp>
        <p:nvSpPr>
          <p:cNvPr id="16" name="Footer Placeholder 15">
            <a:extLst>
              <a:ext uri="{FF2B5EF4-FFF2-40B4-BE49-F238E27FC236}">
                <a16:creationId xmlns:a16="http://schemas.microsoft.com/office/drawing/2014/main" id="{E16155A7-4EE1-631B-DE09-AD84BEA5F71F}"/>
              </a:ext>
            </a:extLst>
          </p:cNvPr>
          <p:cNvSpPr>
            <a:spLocks noGrp="1"/>
          </p:cNvSpPr>
          <p:nvPr>
            <p:ph type="ftr" sz="quarter" idx="15"/>
          </p:nvPr>
        </p:nvSpPr>
        <p:spPr>
          <a:xfrm>
            <a:off x="7622485" y="6286290"/>
            <a:ext cx="2509284" cy="365760"/>
          </a:xfrm>
        </p:spPr>
        <p:txBody>
          <a:bodyPr/>
          <a:lstStyle/>
          <a:p>
            <a:r>
              <a:rPr lang="en-US"/>
              <a:t>Sample Footer Text</a:t>
            </a:r>
          </a:p>
        </p:txBody>
      </p:sp>
      <p:sp>
        <p:nvSpPr>
          <p:cNvPr id="17" name="Slide Number Placeholder 16">
            <a:extLst>
              <a:ext uri="{FF2B5EF4-FFF2-40B4-BE49-F238E27FC236}">
                <a16:creationId xmlns:a16="http://schemas.microsoft.com/office/drawing/2014/main" id="{5711E54C-F006-9166-CC7B-F217541169AB}"/>
              </a:ext>
            </a:extLst>
          </p:cNvPr>
          <p:cNvSpPr>
            <a:spLocks noGrp="1"/>
          </p:cNvSpPr>
          <p:nvPr>
            <p:ph type="sldNum" sz="quarter" idx="16"/>
          </p:nvPr>
        </p:nvSpPr>
        <p:spPr>
          <a:xfrm>
            <a:off x="11300323" y="6286290"/>
            <a:ext cx="605475" cy="365760"/>
          </a:xfrm>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23676798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2E0CC3F-E257-4F6E-9E6A-B96D887699EC}" type="datetime1">
              <a:rPr lang="en-US" smtClean="0"/>
              <a:t>4/21/2026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49426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tatement 2">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2CF1CF0-C3ED-5EA1-C726-EBAC66FC459E}"/>
              </a:ext>
            </a:extLst>
          </p:cNvPr>
          <p:cNvGrpSpPr/>
          <p:nvPr/>
        </p:nvGrpSpPr>
        <p:grpSpPr>
          <a:xfrm rot="10800000">
            <a:off x="1" y="0"/>
            <a:ext cx="12190476" cy="6858000"/>
            <a:chOff x="-9781" y="3912"/>
            <a:chExt cx="12211365" cy="6858000"/>
          </a:xfrm>
        </p:grpSpPr>
        <p:sp>
          <p:nvSpPr>
            <p:cNvPr id="5" name="Rectangle 4">
              <a:extLst>
                <a:ext uri="{FF2B5EF4-FFF2-40B4-BE49-F238E27FC236}">
                  <a16:creationId xmlns:a16="http://schemas.microsoft.com/office/drawing/2014/main" id="{09BA6A3A-21BC-BCE6-BC2B-B42FA75A49EF}"/>
                </a:ext>
              </a:extLst>
            </p:cNvPr>
            <p:cNvSpPr/>
            <p:nvPr/>
          </p:nvSpPr>
          <p:spPr>
            <a:xfrm>
              <a:off x="-9780" y="3912"/>
              <a:ext cx="1220983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2FB24053-097C-6D55-5E0C-0603408E5C88}"/>
                </a:ext>
              </a:extLst>
            </p:cNvPr>
            <p:cNvSpPr/>
            <p:nvPr/>
          </p:nvSpPr>
          <p:spPr>
            <a:xfrm rot="5400000" flipH="1">
              <a:off x="2666140" y="-2672008"/>
              <a:ext cx="6857996" cy="12209838"/>
            </a:xfrm>
            <a:prstGeom prst="rect">
              <a:avLst/>
            </a:prstGeom>
            <a:gradFill>
              <a:gsLst>
                <a:gs pos="0">
                  <a:schemeClr val="accent3">
                    <a:lumMod val="60000"/>
                    <a:lumOff val="40000"/>
                  </a:schemeClr>
                </a:gs>
                <a:gs pos="65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p:nvSpPr>
          <p:spPr>
            <a:xfrm rot="16200000" flipH="1">
              <a:off x="2666139" y="-2672007"/>
              <a:ext cx="6858000" cy="12209838"/>
            </a:xfrm>
            <a:prstGeom prst="rect">
              <a:avLst/>
            </a:prstGeom>
            <a:gradFill flip="none" rotWithShape="1">
              <a:gsLst>
                <a:gs pos="0">
                  <a:schemeClr val="accent1">
                    <a:lumMod val="75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4BFC185B-E462-A41C-3F22-C8625064206D}"/>
                </a:ext>
              </a:extLst>
            </p:cNvPr>
            <p:cNvSpPr/>
            <p:nvPr/>
          </p:nvSpPr>
          <p:spPr>
            <a:xfrm rot="5400000">
              <a:off x="4173989" y="-1164157"/>
              <a:ext cx="3842298" cy="12209838"/>
            </a:xfrm>
            <a:prstGeom prst="rect">
              <a:avLst/>
            </a:prstGeom>
            <a:gradFill>
              <a:gsLst>
                <a:gs pos="0">
                  <a:schemeClr val="accent6"/>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5681150" y="3912"/>
              <a:ext cx="6520434" cy="6858000"/>
            </a:xfrm>
            <a:prstGeom prst="rect">
              <a:avLst/>
            </a:prstGeom>
            <a:gradFill flip="none" rotWithShape="1">
              <a:gsLst>
                <a:gs pos="8000">
                  <a:schemeClr val="bg2"/>
                </a:gs>
                <a:gs pos="71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BBFD9073-9E84-4C56-B5C8-FA6026186803}" type="datetime1">
              <a:rPr lang="en-US" smtClean="0"/>
              <a:t>4/21/2026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66900" y="1926628"/>
            <a:ext cx="8420099" cy="3229900"/>
          </a:xfrm>
        </p:spPr>
        <p:txBody>
          <a:bodyPr anchor="ctr">
            <a:normAutofit/>
          </a:bodyPr>
          <a:lstStyle>
            <a:lvl1pPr marL="0" indent="0" algn="ctr">
              <a:lnSpc>
                <a:spcPct val="100000"/>
              </a:lnSpc>
              <a:buNone/>
              <a:defRPr sz="5400" b="0">
                <a:solidFill>
                  <a:schemeClr val="tx1"/>
                </a:solidFill>
              </a:defRPr>
            </a:lvl1pPr>
            <a:lvl2pPr marL="228600" indent="0" algn="ctr">
              <a:lnSpc>
                <a:spcPct val="100000"/>
              </a:lnSpc>
              <a:buNone/>
              <a:defRPr sz="4800" b="0">
                <a:solidFill>
                  <a:schemeClr val="tx1"/>
                </a:solidFill>
              </a:defRPr>
            </a:lvl2pPr>
            <a:lvl3pPr marL="457200" indent="0" algn="ctr">
              <a:lnSpc>
                <a:spcPct val="100000"/>
              </a:lnSpc>
              <a:buNone/>
              <a:defRPr sz="4400" b="0">
                <a:solidFill>
                  <a:schemeClr val="tx1"/>
                </a:solidFill>
              </a:defRPr>
            </a:lvl3pPr>
            <a:lvl4pPr marL="685800" indent="0" algn="ctr">
              <a:lnSpc>
                <a:spcPct val="100000"/>
              </a:lnSpc>
              <a:buNone/>
              <a:defRPr sz="4000" b="0">
                <a:solidFill>
                  <a:schemeClr val="tx1"/>
                </a:solidFill>
              </a:defRPr>
            </a:lvl4pPr>
            <a:lvl5pPr marL="914400" indent="0" algn="ctr">
              <a:lnSpc>
                <a:spcPct val="100000"/>
              </a:lnSpc>
              <a:buNone/>
              <a:defRPr sz="36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8803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C5C2AD-3C50-C089-D649-A6D2273BB610}"/>
              </a:ext>
            </a:extLst>
          </p:cNvPr>
          <p:cNvSpPr/>
          <p:nvPr/>
        </p:nvSpPr>
        <p:spPr>
          <a:xfrm rot="16200000" flipH="1">
            <a:off x="5328160" y="-27729"/>
            <a:ext cx="1537858" cy="12189821"/>
          </a:xfrm>
          <a:prstGeom prst="rect">
            <a:avLst/>
          </a:prstGeom>
          <a:gradFill>
            <a:gsLst>
              <a:gs pos="38000">
                <a:schemeClr val="accent1">
                  <a:lumMod val="75000"/>
                  <a:alpha val="0"/>
                </a:schemeClr>
              </a:gs>
              <a:gs pos="96000">
                <a:schemeClr val="accent3">
                  <a:lumMod val="60000"/>
                  <a:lumOff val="40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7FD71008-F1A2-4E65-9AFD-4970D8007661}" type="datetime1">
              <a:rPr lang="en-US" smtClean="0"/>
              <a:t>4/21/2026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Rectangle 9">
            <a:extLst>
              <a:ext uri="{FF2B5EF4-FFF2-40B4-BE49-F238E27FC236}">
                <a16:creationId xmlns:a16="http://schemas.microsoft.com/office/drawing/2014/main" id="{B6061286-C2FC-AEA2-F983-2178EAD2A63F}"/>
              </a:ext>
            </a:extLst>
          </p:cNvPr>
          <p:cNvSpPr/>
          <p:nvPr/>
        </p:nvSpPr>
        <p:spPr>
          <a:xfrm flipH="1" flipV="1">
            <a:off x="-3" y="2058528"/>
            <a:ext cx="8585201" cy="4799472"/>
          </a:xfrm>
          <a:prstGeom prst="rect">
            <a:avLst/>
          </a:prstGeom>
          <a:gradFill flip="none" rotWithShape="1">
            <a:gsLst>
              <a:gs pos="69000">
                <a:schemeClr val="accent1">
                  <a:alpha val="0"/>
                </a:schemeClr>
              </a:gs>
              <a:gs pos="30000">
                <a:schemeClr val="accent3">
                  <a:lumMod val="60000"/>
                  <a:lumOff val="40000"/>
                  <a:alpha val="47000"/>
                </a:schemeClr>
              </a:gs>
              <a:gs pos="0">
                <a:schemeClr val="tx1">
                  <a:alpha val="88000"/>
                </a:schemeClr>
              </a:gs>
              <a:gs pos="100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94C601D0-F929-5C7E-ABB1-EDAE306F5314}"/>
              </a:ext>
            </a:extLst>
          </p:cNvPr>
          <p:cNvSpPr/>
          <p:nvPr/>
        </p:nvSpPr>
        <p:spPr>
          <a:xfrm>
            <a:off x="0" y="5298252"/>
            <a:ext cx="11044517" cy="1559747"/>
          </a:xfrm>
          <a:prstGeom prst="rect">
            <a:avLst/>
          </a:prstGeom>
          <a:gradFill>
            <a:gsLst>
              <a:gs pos="36000">
                <a:schemeClr val="accent6">
                  <a:alpha val="0"/>
                </a:schemeClr>
              </a:gs>
              <a:gs pos="91000">
                <a:schemeClr val="bg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EF0725A-63D2-3C07-3E64-787784EF748D}"/>
              </a:ext>
            </a:extLst>
          </p:cNvPr>
          <p:cNvSpPr/>
          <p:nvPr/>
        </p:nvSpPr>
        <p:spPr>
          <a:xfrm>
            <a:off x="-1" y="1719695"/>
            <a:ext cx="12189822" cy="35785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74320" y="952500"/>
            <a:ext cx="9296400" cy="3578557"/>
          </a:xfrm>
        </p:spPr>
        <p:txBody>
          <a:bodyPr anchor="t">
            <a:noAutofit/>
          </a:bodyPr>
          <a:lstStyle>
            <a:lvl1pPr marL="0" indent="0">
              <a:lnSpc>
                <a:spcPct val="100000"/>
              </a:lnSpc>
              <a:buNone/>
              <a:defRPr sz="50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3200" b="0">
                <a:solidFill>
                  <a:schemeClr val="tx1"/>
                </a:solidFill>
              </a:defRPr>
            </a:lvl3pPr>
            <a:lvl4pPr marL="685800" indent="0">
              <a:lnSpc>
                <a:spcPct val="100000"/>
              </a:lnSpc>
              <a:buNone/>
              <a:defRPr sz="3200" b="0">
                <a:solidFill>
                  <a:schemeClr val="tx1"/>
                </a:solidFill>
              </a:defRPr>
            </a:lvl4pPr>
            <a:lvl5pPr marL="914400" indent="0">
              <a:lnSpc>
                <a:spcPct val="100000"/>
              </a:lnSpc>
              <a:buNone/>
              <a:defRPr sz="32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46285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8055" y="3"/>
            <a:ext cx="5597866" cy="6857997"/>
          </a:xfrm>
          <a:prstGeom prst="rect">
            <a:avLst/>
          </a:prstGeom>
          <a:gradFill flip="none" rotWithShape="1">
            <a:gsLst>
              <a:gs pos="1149">
                <a:schemeClr val="bg2">
                  <a:alpha val="0"/>
                </a:schemeClr>
              </a:gs>
              <a:gs pos="31000">
                <a:schemeClr val="bg2"/>
              </a:gs>
              <a:gs pos="78000">
                <a:schemeClr val="accent6">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2FB24053-097C-6D55-5E0C-0603408E5C88}"/>
              </a:ext>
            </a:extLst>
          </p:cNvPr>
          <p:cNvSpPr/>
          <p:nvPr userDrawn="1"/>
        </p:nvSpPr>
        <p:spPr>
          <a:xfrm rot="16200000" flipH="1">
            <a:off x="-801968" y="801971"/>
            <a:ext cx="6647886" cy="5043946"/>
          </a:xfrm>
          <a:prstGeom prst="rect">
            <a:avLst/>
          </a:prstGeom>
          <a:gradFill flip="none" rotWithShape="1">
            <a:gsLst>
              <a:gs pos="0">
                <a:schemeClr val="accent3">
                  <a:lumMod val="60000"/>
                  <a:lumOff val="40000"/>
                </a:schemeClr>
              </a:gs>
              <a:gs pos="64000">
                <a:schemeClr val="accent1">
                  <a:lumMod val="75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5CFC7E7-57B7-4617-A947-41F006E88028}" type="datetime1">
              <a:rPr lang="en-US" smtClean="0"/>
              <a:t>4/21/2026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3" name="Rectangle 2">
            <a:extLst>
              <a:ext uri="{FF2B5EF4-FFF2-40B4-BE49-F238E27FC236}">
                <a16:creationId xmlns:a16="http://schemas.microsoft.com/office/drawing/2014/main" id="{B3000478-6B9C-F9F2-C4B5-C9452F94C79C}"/>
              </a:ext>
            </a:extLst>
          </p:cNvPr>
          <p:cNvSpPr/>
          <p:nvPr userDrawn="1"/>
        </p:nvSpPr>
        <p:spPr>
          <a:xfrm rot="5400000" flipH="1">
            <a:off x="-433217" y="436937"/>
            <a:ext cx="6838297" cy="6003826"/>
          </a:xfrm>
          <a:prstGeom prst="rect">
            <a:avLst/>
          </a:prstGeom>
          <a:gradFill flip="none" rotWithShape="1">
            <a:gsLst>
              <a:gs pos="23000">
                <a:schemeClr val="bg2"/>
              </a:gs>
              <a:gs pos="55000">
                <a:schemeClr val="bg2">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userDrawn="1"/>
        </p:nvSpPr>
        <p:spPr>
          <a:xfrm rot="5400000" flipH="1">
            <a:off x="3491683" y="1418303"/>
            <a:ext cx="1932033" cy="8947354"/>
          </a:xfrm>
          <a:prstGeom prst="rect">
            <a:avLst/>
          </a:prstGeom>
          <a:gradFill flip="none" rotWithShape="1">
            <a:gsLst>
              <a:gs pos="0">
                <a:schemeClr val="accent4"/>
              </a:gs>
              <a:gs pos="53000">
                <a:schemeClr val="bg2">
                  <a:alpha val="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Content Placeholder 9">
            <a:extLst>
              <a:ext uri="{FF2B5EF4-FFF2-40B4-BE49-F238E27FC236}">
                <a16:creationId xmlns:a16="http://schemas.microsoft.com/office/drawing/2014/main" id="{9EC4EF12-D46B-1903-6274-05152A8CAB65}"/>
              </a:ext>
            </a:extLst>
          </p:cNvPr>
          <p:cNvSpPr>
            <a:spLocks noGrp="1"/>
          </p:cNvSpPr>
          <p:nvPr>
            <p:ph sz="quarter" idx="17" hasCustomPrompt="1"/>
          </p:nvPr>
        </p:nvSpPr>
        <p:spPr>
          <a:xfrm>
            <a:off x="5212080" y="762000"/>
            <a:ext cx="5717459" cy="5334000"/>
          </a:xfrm>
        </p:spPr>
        <p:txBody>
          <a:bodyPr anchor="t">
            <a:normAutofit/>
          </a:bodyPr>
          <a:lstStyle>
            <a:lvl1pPr>
              <a:lnSpc>
                <a:spcPct val="100000"/>
              </a:lnSpc>
              <a:defRPr sz="4800"/>
            </a:lvl1pPr>
            <a:lvl2pPr>
              <a:lnSpc>
                <a:spcPct val="100000"/>
              </a:lnSpc>
              <a:defRPr sz="4400"/>
            </a:lvl2pPr>
            <a:lvl3pPr>
              <a:lnSpc>
                <a:spcPct val="100000"/>
              </a:lnSpc>
              <a:defRPr sz="4000"/>
            </a:lvl3pPr>
            <a:lvl4pPr>
              <a:lnSpc>
                <a:spcPct val="100000"/>
              </a:lnSpc>
              <a:defRPr sz="3600"/>
            </a:lvl4pPr>
            <a:lvl5pPr>
              <a:lnSpc>
                <a:spcPct val="100000"/>
              </a:lnSpc>
              <a:defRPr sz="32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26714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4/21/2026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userDrawn="1"/>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0132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35383F-36EC-D5B0-180D-4D5F853027D1}"/>
              </a:ext>
            </a:extLst>
          </p:cNvPr>
          <p:cNvSpPr/>
          <p:nvPr/>
        </p:nvSpPr>
        <p:spPr>
          <a:xfrm flipH="1">
            <a:off x="-1" y="0"/>
            <a:ext cx="12192002" cy="6858000"/>
          </a:xfrm>
          <a:prstGeom prst="rect">
            <a:avLst/>
          </a:prstGeom>
          <a:gradFill flip="none" rotWithShape="1">
            <a:gsLst>
              <a:gs pos="10000">
                <a:schemeClr val="accent3">
                  <a:lumMod val="60000"/>
                  <a:lumOff val="40000"/>
                  <a:alpha val="75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CB5E5C4-3819-D8FF-73C4-648E36786FBE}"/>
              </a:ext>
            </a:extLst>
          </p:cNvPr>
          <p:cNvSpPr/>
          <p:nvPr/>
        </p:nvSpPr>
        <p:spPr>
          <a:xfrm>
            <a:off x="1524" y="0"/>
            <a:ext cx="12188952" cy="6858000"/>
          </a:xfrm>
          <a:prstGeom prst="rect">
            <a:avLst/>
          </a:prstGeom>
          <a:gradFill>
            <a:gsLst>
              <a:gs pos="27000">
                <a:schemeClr val="accent2">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EFB336-7C01-1B2B-DE9C-135CE71E2AF4}"/>
              </a:ext>
            </a:extLst>
          </p:cNvPr>
          <p:cNvSpPr/>
          <p:nvPr/>
        </p:nvSpPr>
        <p:spPr>
          <a:xfrm rot="10800000" flipH="1">
            <a:off x="3048" y="1"/>
            <a:ext cx="12188952" cy="5601805"/>
          </a:xfrm>
          <a:prstGeom prst="rect">
            <a:avLst/>
          </a:prstGeom>
          <a:gradFill flip="none" rotWithShape="1">
            <a:gsLst>
              <a:gs pos="56000">
                <a:schemeClr val="accent1">
                  <a:alpha val="0"/>
                </a:schemeClr>
              </a:gs>
              <a:gs pos="89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475326" y="4967784"/>
            <a:ext cx="7241347"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4A4A468-500F-41B2-B72F-78A325FCC0DA}" type="datetime1">
              <a:rPr lang="en-US" smtClean="0"/>
              <a:t>4/21/2026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475326" y="1405719"/>
            <a:ext cx="7241347" cy="3261814"/>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49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2C5369-3140-EE0E-90D0-D10162CA9486}"/>
              </a:ext>
            </a:extLst>
          </p:cNvPr>
          <p:cNvSpPr/>
          <p:nvPr/>
        </p:nvSpPr>
        <p:spPr>
          <a:xfrm flipH="1">
            <a:off x="8215952" y="0"/>
            <a:ext cx="3976048" cy="6858000"/>
          </a:xfrm>
          <a:prstGeom prst="rect">
            <a:avLst/>
          </a:prstGeom>
          <a:gradFill>
            <a:gsLst>
              <a:gs pos="51000">
                <a:schemeClr val="bg2">
                  <a:alpha val="0"/>
                </a:schemeClr>
              </a:gs>
              <a:gs pos="100000">
                <a:schemeClr val="accent1">
                  <a:lumMod val="75000"/>
                  <a:alpha val="80000"/>
                </a:schemeClr>
              </a:gs>
            </a:gsLst>
            <a:lin ang="11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74320" y="5336274"/>
            <a:ext cx="8607140" cy="683525"/>
          </a:xfrm>
        </p:spPr>
        <p:txBody>
          <a:bodyPr anchor="ctr">
            <a:normAutofit/>
          </a:bodyPr>
          <a:lstStyle>
            <a:lvl1pPr marL="137160" indent="-137160">
              <a:defRPr sz="1800"/>
            </a:lvl1pPr>
          </a:lstStyle>
          <a:p>
            <a:r>
              <a:rPr lang="en-US"/>
              <a:t>Quote Author</a:t>
            </a:r>
          </a:p>
        </p:txBody>
      </p:sp>
      <p:sp>
        <p:nvSpPr>
          <p:cNvPr id="8" name="Rectangle 7">
            <a:extLst>
              <a:ext uri="{FF2B5EF4-FFF2-40B4-BE49-F238E27FC236}">
                <a16:creationId xmlns:a16="http://schemas.microsoft.com/office/drawing/2014/main" id="{5A820F3D-C559-60AA-7FD0-657FB2431DB3}"/>
              </a:ext>
            </a:extLst>
          </p:cNvPr>
          <p:cNvSpPr/>
          <p:nvPr/>
        </p:nvSpPr>
        <p:spPr>
          <a:xfrm flipH="1">
            <a:off x="8215952" y="0"/>
            <a:ext cx="3976048" cy="6858000"/>
          </a:xfrm>
          <a:prstGeom prst="rect">
            <a:avLst/>
          </a:prstGeom>
          <a:gradFill>
            <a:gsLst>
              <a:gs pos="75000">
                <a:schemeClr val="bg2">
                  <a:alpha val="0"/>
                </a:schemeClr>
              </a:gs>
              <a:gs pos="96000">
                <a:schemeClr val="accent3">
                  <a:lumMod val="60000"/>
                  <a:lumOff val="40000"/>
                  <a:alpha val="65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E200B1-3B6B-802E-E076-92826DD27EA2}"/>
              </a:ext>
            </a:extLst>
          </p:cNvPr>
          <p:cNvCxnSpPr>
            <a:cxnSpLocks/>
          </p:cNvCxnSpPr>
          <p:nvPr/>
        </p:nvCxnSpPr>
        <p:spPr>
          <a:xfrm flipH="1">
            <a:off x="394716" y="489532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Date Placeholder 9">
            <a:extLst>
              <a:ext uri="{FF2B5EF4-FFF2-40B4-BE49-F238E27FC236}">
                <a16:creationId xmlns:a16="http://schemas.microsoft.com/office/drawing/2014/main" id="{6CBAF11E-83FD-0A35-2B1B-893C4D55AE9F}"/>
              </a:ext>
            </a:extLst>
          </p:cNvPr>
          <p:cNvSpPr>
            <a:spLocks noGrp="1"/>
          </p:cNvSpPr>
          <p:nvPr>
            <p:ph type="dt" sz="half" idx="14"/>
          </p:nvPr>
        </p:nvSpPr>
        <p:spPr/>
        <p:txBody>
          <a:bodyPr/>
          <a:lstStyle/>
          <a:p>
            <a:fld id="{7DA2CEDE-2AB4-4FB8-9551-E0AA4222B1A3}" type="datetime1">
              <a:rPr lang="en-US" smtClean="0"/>
              <a:t>4/21/2026</a:t>
            </a:fld>
            <a:endParaRPr lang="en-US"/>
          </a:p>
        </p:txBody>
      </p:sp>
      <p:sp>
        <p:nvSpPr>
          <p:cNvPr id="11" name="Footer Placeholder 10">
            <a:extLst>
              <a:ext uri="{FF2B5EF4-FFF2-40B4-BE49-F238E27FC236}">
                <a16:creationId xmlns:a16="http://schemas.microsoft.com/office/drawing/2014/main" id="{2C8F38B5-19FF-BF8F-54FC-894E66C40672}"/>
              </a:ext>
            </a:extLst>
          </p:cNvPr>
          <p:cNvSpPr>
            <a:spLocks noGrp="1"/>
          </p:cNvSpPr>
          <p:nvPr>
            <p:ph type="ftr" sz="quarter" idx="15"/>
          </p:nvPr>
        </p:nvSpPr>
        <p:spPr/>
        <p:txBody>
          <a:bodyPr/>
          <a:lstStyle/>
          <a:p>
            <a:r>
              <a:rPr lang="en-US"/>
              <a:t>Sample Footer Text</a:t>
            </a:r>
          </a:p>
        </p:txBody>
      </p:sp>
      <p:sp>
        <p:nvSpPr>
          <p:cNvPr id="12" name="Slide Number Placeholder 11">
            <a:extLst>
              <a:ext uri="{FF2B5EF4-FFF2-40B4-BE49-F238E27FC236}">
                <a16:creationId xmlns:a16="http://schemas.microsoft.com/office/drawing/2014/main" id="{851EB385-BC70-148F-174E-479BEC0F52E8}"/>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74320" y="1714500"/>
            <a:ext cx="8587285" cy="2625487"/>
          </a:xfrm>
        </p:spPr>
        <p:txBody>
          <a:bodyPr anchor="ctr">
            <a:noAutofit/>
          </a:bodyPr>
          <a:lstStyle>
            <a:lvl1pPr marL="0" indent="0">
              <a:lnSpc>
                <a:spcPct val="100000"/>
              </a:lnSpc>
              <a:buNone/>
              <a:defRPr sz="44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4000" b="0">
                <a:solidFill>
                  <a:schemeClr val="tx1"/>
                </a:solidFill>
              </a:defRPr>
            </a:lvl3pPr>
            <a:lvl4pPr marL="685800" indent="0">
              <a:lnSpc>
                <a:spcPct val="100000"/>
              </a:lnSpc>
              <a:buNone/>
              <a:defRPr sz="3600" b="0">
                <a:solidFill>
                  <a:schemeClr val="tx1"/>
                </a:solidFill>
              </a:defRPr>
            </a:lvl4pPr>
            <a:lvl5pPr marL="914400" indent="0">
              <a:lnSpc>
                <a:spcPct val="100000"/>
              </a:lnSpc>
              <a:buNone/>
              <a:defRPr sz="3200" b="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835714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B1491A9-BF26-4517-AB22-6183D453A902}" type="datetime1">
              <a:rPr lang="en-US" smtClean="0"/>
              <a:t>4/21/2026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E0677F5-4A8A-4BF1-96BE-3BAE8FBAFE2E}"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63620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5024DF-23AF-419A-978A-28215FBF1E37}" type="datetime1">
              <a:rPr lang="en-US" smtClean="0"/>
              <a:t>4/21/2026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80045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83230"/>
            <a:ext cx="9830017" cy="877376"/>
          </a:xfrm>
        </p:spPr>
        <p:txBody>
          <a:bodyPr anchor="t">
            <a:normAutofit/>
          </a:bodyPr>
          <a:lstStyle>
            <a:lvl1pPr>
              <a:defRPr sz="5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9CF24436-170D-487D-ADBB-C24D74D1C150}" type="datetime1">
              <a:rPr lang="en-US" smtClean="0"/>
              <a:t>4/21/2026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4" name="Rectangle 3">
            <a:extLst>
              <a:ext uri="{FF2B5EF4-FFF2-40B4-BE49-F238E27FC236}">
                <a16:creationId xmlns:a16="http://schemas.microsoft.com/office/drawing/2014/main" id="{D69261CB-4EFB-BCD1-842F-3895D3F35D6A}"/>
              </a:ext>
            </a:extLst>
          </p:cNvPr>
          <p:cNvSpPr/>
          <p:nvPr/>
        </p:nvSpPr>
        <p:spPr>
          <a:xfrm rot="10800000">
            <a:off x="0" y="2221515"/>
            <a:ext cx="12192000" cy="1825033"/>
          </a:xfrm>
          <a:prstGeom prst="rect">
            <a:avLst/>
          </a:prstGeom>
          <a:gradFill>
            <a:gsLst>
              <a:gs pos="63000">
                <a:schemeClr val="bg2">
                  <a:alpha val="0"/>
                </a:schemeClr>
              </a:gs>
              <a:gs pos="100000">
                <a:schemeClr val="accent1"/>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11813EA-BFDF-185B-80F0-B1786A1A10E5}"/>
              </a:ext>
            </a:extLst>
          </p:cNvPr>
          <p:cNvSpPr/>
          <p:nvPr/>
        </p:nvSpPr>
        <p:spPr>
          <a:xfrm rot="16200000" flipH="1">
            <a:off x="7850483" y="-294964"/>
            <a:ext cx="1825034" cy="6858000"/>
          </a:xfrm>
          <a:prstGeom prst="rect">
            <a:avLst/>
          </a:prstGeom>
          <a:gradFill>
            <a:gsLst>
              <a:gs pos="56000">
                <a:schemeClr val="bg1">
                  <a:alpha val="0"/>
                </a:schemeClr>
              </a:gs>
              <a:gs pos="100000">
                <a:schemeClr val="accent3"/>
              </a:gs>
            </a:gsLst>
            <a:lin ang="9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241964" y="3429000"/>
            <a:ext cx="8226135" cy="2434712"/>
          </a:xfrm>
        </p:spPr>
        <p:txBody>
          <a:bodyPr vert="horz" lIns="91440" tIns="45720" rIns="91440" bIns="45720" rtlCol="0">
            <a:normAutofit/>
          </a:bodyPr>
          <a:lstStyle>
            <a:lvl1pPr marL="0" indent="0">
              <a:buNone/>
              <a:defRPr lang="en-US" sz="1600" dirty="0"/>
            </a:lvl1pPr>
            <a:lvl2pPr marL="228600" indent="0">
              <a:buNone/>
              <a:defRPr lang="en-US" sz="1200" dirty="0"/>
            </a:lvl2pPr>
            <a:lvl3pPr marL="457200" indent="0">
              <a:buNone/>
              <a:defRPr lang="en-US" sz="1100" dirty="0"/>
            </a:lvl3pPr>
            <a:lvl4pPr marL="685800" indent="0">
              <a:buNone/>
              <a:defRPr lang="en-US" sz="1050" dirty="0"/>
            </a:lvl4pPr>
            <a:lvl5pPr marL="914400" indent="0">
              <a:buNone/>
              <a:defRPr lang="en-US" sz="10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78364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B01CFC0-D171-4F9D-A610-2F47C1080058}" type="datetime1">
              <a:rPr lang="en-US" smtClean="0"/>
              <a:t>4/21/2026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93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2CEDE-2AB4-4FB8-9551-E0AA4222B1A3}" type="datetime1">
              <a:rPr lang="en-US" smtClean="0"/>
              <a:t>4/21/2026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userDrawn="1"/>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52855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1">
              <a:rPr lang="en-US" smtClean="0"/>
              <a:t>4/21/2026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354861876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1">
              <a:rPr lang="en-US" smtClean="0"/>
              <a:t>4/21/2026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28000886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301752" y="1124712"/>
            <a:ext cx="3543299" cy="1627415"/>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B5223AD-184F-4273-AC4F-854D3B259B85}" type="datetime1">
              <a:rPr lang="en-US" smtClean="0"/>
              <a:t>4/21/2026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21208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E0677F5-4A8A-4BF1-96BE-3BAE8FBAFE2E}" type="slidenum">
              <a:rPr lang="en-US" smtClean="0"/>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301752" y="2857605"/>
            <a:ext cx="3543299" cy="3534229"/>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12080" y="1124712"/>
            <a:ext cx="6309360" cy="5219700"/>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91C6F58E-0CCE-AAF7-6F0A-E0B0FFF62A10}"/>
              </a:ext>
            </a:extLst>
          </p:cNvPr>
          <p:cNvSpPr/>
          <p:nvPr/>
        </p:nvSpPr>
        <p:spPr>
          <a:xfrm>
            <a:off x="-3" y="5655733"/>
            <a:ext cx="12191999" cy="1202267"/>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56634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01752" y="1124712"/>
            <a:ext cx="3546235" cy="1533073"/>
          </a:xfrm>
        </p:spPr>
        <p:txBody>
          <a:bodyPr anchor="t">
            <a:normAutofit/>
          </a:bodyPr>
          <a:lstStyle>
            <a:lvl1pPr>
              <a:defRPr sz="3200"/>
            </a:lvl1pPr>
          </a:lstStyle>
          <a:p>
            <a:r>
              <a:rPr lang="en-US"/>
              <a:t>Click to edit Master title style</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907E4E07-E412-47A0-AB1E-CAAABECD1A31}" type="datetime1">
              <a:rPr lang="en-US" smtClean="0"/>
              <a:t>4/21/2026</a:t>
            </a:fld>
            <a:endParaRPr lang="en-US"/>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01752" y="2706914"/>
            <a:ext cx="3236976" cy="355386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212080" y="1009816"/>
            <a:ext cx="6979920" cy="5856573"/>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408710521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7DA2CEDE-2AB4-4FB8-9551-E0AA4222B1A3}" type="datetime1">
              <a:rPr lang="en-US" smtClean="0"/>
              <a:pPr/>
              <a:t>4/21/2026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5E0677F5-4A8A-4BF1-96BE-3BAE8FBAFE2E}" type="slidenum">
              <a:rPr lang="en-US" smtClean="0"/>
              <a:pPr/>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9977978"/>
      </p:ext>
    </p:extLst>
  </p:cSld>
  <p:clrMap bg1="dk1" tx1="lt1" bg2="dk2" tx2="lt2" accent1="accent1" accent2="accent2" accent3="accent3" accent4="accent4" accent5="accent5" accent6="accent6" hlink="hlink" folHlink="folHlink"/>
  <p:sldLayoutIdLst>
    <p:sldLayoutId id="2147483814" r:id="rId1"/>
    <p:sldLayoutId id="2147483838"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5" r:id="rId11"/>
    <p:sldLayoutId id="2147483826" r:id="rId12"/>
    <p:sldLayoutId id="2147483827" r:id="rId13"/>
    <p:sldLayoutId id="2147483828" r:id="rId14"/>
    <p:sldLayoutId id="2147483829" r:id="rId15"/>
    <p:sldLayoutId id="2147483830" r:id="rId16"/>
    <p:sldLayoutId id="2147483832" r:id="rId17"/>
    <p:sldLayoutId id="2147483833" r:id="rId18"/>
    <p:sldLayoutId id="2147483835" r:id="rId19"/>
    <p:sldLayoutId id="2147483836" r:id="rId20"/>
    <p:sldLayoutId id="2147483837" r:id="rId21"/>
    <p:sldLayoutId id="2147483839" r:id="rId22"/>
    <p:sldLayoutId id="2147483840" r:id="rId23"/>
    <p:sldLayoutId id="2147483841" r:id="rId24"/>
    <p:sldLayoutId id="2147483842" r:id="rId25"/>
    <p:sldLayoutId id="2147483844" r:id="rId26"/>
    <p:sldLayoutId id="2147483845" r:id="rId27"/>
    <p:sldLayoutId id="2147483846" r:id="rId28"/>
    <p:sldLayoutId id="2147483847" r:id="rId29"/>
    <p:sldLayoutId id="2147483848" r:id="rId30"/>
    <p:sldLayoutId id="2147483849" r:id="rId31"/>
    <p:sldLayoutId id="2147483850" r:id="rId32"/>
    <p:sldLayoutId id="2147483851" r:id="rId33"/>
    <p:sldLayoutId id="2147483852" r:id="rId34"/>
    <p:sldLayoutId id="2147483855" r:id="rId35"/>
    <p:sldLayoutId id="2147483856" r:id="rId36"/>
    <p:sldLayoutId id="2147483857" r:id="rId37"/>
    <p:sldLayoutId id="2147483858" r:id="rId38"/>
    <p:sldLayoutId id="2147483859" r:id="rId39"/>
    <p:sldLayoutId id="2147483861" r:id="rId40"/>
    <p:sldLayoutId id="2147483862" r:id="rId41"/>
    <p:sldLayoutId id="2147483863" r:id="rId42"/>
    <p:sldLayoutId id="2147483864" r:id="rId43"/>
    <p:sldLayoutId id="2147483865" r:id="rId44"/>
    <p:sldLayoutId id="2147483866" r:id="rId45"/>
    <p:sldLayoutId id="2147483867" r:id="rId46"/>
    <p:sldLayoutId id="2147483868" r:id="rId47"/>
    <p:sldLayoutId id="2147483870" r:id="rId48"/>
    <p:sldLayoutId id="2147483871" r:id="rId49"/>
    <p:sldLayoutId id="2147483872" r:id="rId50"/>
    <p:sldLayoutId id="2147483873" r:id="rId51"/>
    <p:sldLayoutId id="2147483874" r:id="rId52"/>
    <p:sldLayoutId id="2147483875" r:id="rId53"/>
    <p:sldLayoutId id="2147483876" r:id="rId54"/>
    <p:sldLayoutId id="2147483877" r:id="rId55"/>
    <p:sldLayoutId id="2147483878" r:id="rId56"/>
    <p:sldLayoutId id="2147483879" r:id="rId57"/>
    <p:sldLayoutId id="2147483880" r:id="rId58"/>
    <p:sldLayoutId id="2147483881" r:id="rId59"/>
    <p:sldLayoutId id="2147483882" r:id="rId60"/>
  </p:sldLayoutIdLst>
  <p:hf hdr="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userDrawn="1">
          <p15:clr>
            <a:srgbClr val="F26B43"/>
          </p15:clr>
        </p15:guide>
        <p15:guide id="22" orient="horz" pos="2160" userDrawn="1">
          <p15:clr>
            <a:srgbClr val="F26B43"/>
          </p15:clr>
        </p15:guide>
        <p15:guide id="23" pos="4800" userDrawn="1">
          <p15:clr>
            <a:srgbClr val="F26B43"/>
          </p15:clr>
        </p15:guide>
        <p15:guide id="24" orient="horz" pos="480" userDrawn="1">
          <p15:clr>
            <a:srgbClr val="F26B43"/>
          </p15:clr>
        </p15:guide>
        <p15:guide id="25" orient="horz" pos="864" userDrawn="1">
          <p15:clr>
            <a:srgbClr val="F26B43"/>
          </p15:clr>
        </p15:guide>
        <p15:guide id="26" pos="7392" userDrawn="1">
          <p15:clr>
            <a:srgbClr val="F26B43"/>
          </p15:clr>
        </p15:guide>
        <p15:guide id="27" orient="horz" pos="3840" userDrawn="1">
          <p15:clr>
            <a:srgbClr val="F26B43"/>
          </p15:clr>
        </p15:guide>
        <p15:guide id="28" pos="240" userDrawn="1">
          <p15:clr>
            <a:srgbClr val="F26B43"/>
          </p15:clr>
        </p15:guide>
        <p15:guide id="29" pos="74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3B79E83D-3861-04DB-55C4-E8A5AE9C806A}"/>
              </a:ext>
            </a:extLst>
          </p:cNvPr>
          <p:cNvSpPr>
            <a:spLocks noGrp="1"/>
          </p:cNvSpPr>
          <p:nvPr>
            <p:ph type="pic" sz="quarter" idx="13"/>
          </p:nvPr>
        </p:nvSpPr>
        <p:spPr/>
        <p:txBody>
          <a:bodyPr/>
          <a:lstStyle/>
          <a:p>
            <a:endParaRPr lang="en-US"/>
          </a:p>
          <a:p>
            <a:endParaRPr lang="en-US"/>
          </a:p>
        </p:txBody>
      </p:sp>
      <p:sp>
        <p:nvSpPr>
          <p:cNvPr id="7" name="Slide Number Placeholder 6">
            <a:extLst>
              <a:ext uri="{FF2B5EF4-FFF2-40B4-BE49-F238E27FC236}">
                <a16:creationId xmlns:a16="http://schemas.microsoft.com/office/drawing/2014/main" id="{EB79E76C-BD5C-5C0A-4719-29DD86BA9210}"/>
              </a:ext>
            </a:extLst>
          </p:cNvPr>
          <p:cNvSpPr>
            <a:spLocks noGrp="1"/>
          </p:cNvSpPr>
          <p:nvPr>
            <p:ph type="sldNum" sz="quarter" idx="16"/>
          </p:nvPr>
        </p:nvSpPr>
        <p:spPr>
          <a:xfrm>
            <a:off x="11300323" y="210114"/>
            <a:ext cx="605475" cy="365760"/>
          </a:xfrm>
        </p:spPr>
        <p:txBody>
          <a:bodyPr/>
          <a:lstStyle/>
          <a:p>
            <a:fld id="{5E0677F5-4A8A-4BF1-96BE-3BAE8FBAFE2E}" type="slidenum">
              <a:rPr lang="en-US" smtClean="0"/>
              <a:pPr/>
              <a:t>1</a:t>
            </a:fld>
            <a:endParaRPr lang="en-US"/>
          </a:p>
        </p:txBody>
      </p:sp>
      <p:sp>
        <p:nvSpPr>
          <p:cNvPr id="2" name="TextBox 1">
            <a:extLst>
              <a:ext uri="{FF2B5EF4-FFF2-40B4-BE49-F238E27FC236}">
                <a16:creationId xmlns:a16="http://schemas.microsoft.com/office/drawing/2014/main" id="{CC34A61C-B19D-AB4E-81E3-D2742F4CF80A}"/>
              </a:ext>
            </a:extLst>
          </p:cNvPr>
          <p:cNvSpPr txBox="1"/>
          <p:nvPr/>
        </p:nvSpPr>
        <p:spPr>
          <a:xfrm>
            <a:off x="1007906" y="4234966"/>
            <a:ext cx="86183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Josh and Amos</a:t>
            </a:r>
          </a:p>
        </p:txBody>
      </p:sp>
      <p:sp>
        <p:nvSpPr>
          <p:cNvPr id="10" name="TextBox 9">
            <a:extLst>
              <a:ext uri="{FF2B5EF4-FFF2-40B4-BE49-F238E27FC236}">
                <a16:creationId xmlns:a16="http://schemas.microsoft.com/office/drawing/2014/main" id="{C2AC0615-1074-CA36-E6DD-BB06D9F1BBFE}"/>
              </a:ext>
            </a:extLst>
          </p:cNvPr>
          <p:cNvSpPr txBox="1"/>
          <p:nvPr/>
        </p:nvSpPr>
        <p:spPr>
          <a:xfrm>
            <a:off x="791076" y="2562282"/>
            <a:ext cx="1081138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600">
                <a:latin typeface="Cambria Math"/>
                <a:ea typeface="Cambria Math"/>
              </a:rPr>
              <a:t>Cruise Control</a:t>
            </a:r>
          </a:p>
        </p:txBody>
      </p:sp>
    </p:spTree>
    <p:extLst>
      <p:ext uri="{BB962C8B-B14F-4D97-AF65-F5344CB8AC3E}">
        <p14:creationId xmlns:p14="http://schemas.microsoft.com/office/powerpoint/2010/main" val="36231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5AD51-D04B-F0D5-2D3F-9CE782B3B385}"/>
              </a:ext>
            </a:extLst>
          </p:cNvPr>
          <p:cNvSpPr>
            <a:spLocks noGrp="1"/>
          </p:cNvSpPr>
          <p:nvPr>
            <p:ph type="title"/>
          </p:nvPr>
        </p:nvSpPr>
        <p:spPr/>
        <p:txBody>
          <a:bodyPr>
            <a:normAutofit/>
          </a:bodyPr>
          <a:lstStyle/>
          <a:p>
            <a:r>
              <a:rPr lang="en-US" sz="3600"/>
              <a:t>Problem Overview</a:t>
            </a:r>
          </a:p>
        </p:txBody>
      </p:sp>
      <p:sp>
        <p:nvSpPr>
          <p:cNvPr id="3" name="Date Placeholder 2">
            <a:extLst>
              <a:ext uri="{FF2B5EF4-FFF2-40B4-BE49-F238E27FC236}">
                <a16:creationId xmlns:a16="http://schemas.microsoft.com/office/drawing/2014/main" id="{348C320C-1DBD-8C99-94ED-23B5291CE46E}"/>
              </a:ext>
            </a:extLst>
          </p:cNvPr>
          <p:cNvSpPr>
            <a:spLocks noGrp="1"/>
          </p:cNvSpPr>
          <p:nvPr>
            <p:ph type="dt" sz="half" idx="14"/>
          </p:nvPr>
        </p:nvSpPr>
        <p:spPr/>
        <p:txBody>
          <a:bodyPr/>
          <a:lstStyle/>
          <a:p>
            <a:fld id="{80EE6BAA-0080-49BB-A5F6-D96B22DFE410}" type="datetime1">
              <a:rPr lang="en-US" smtClean="0"/>
              <a:t>4/21/2026</a:t>
            </a:fld>
            <a:endParaRPr lang="en-US"/>
          </a:p>
        </p:txBody>
      </p:sp>
      <p:sp>
        <p:nvSpPr>
          <p:cNvPr id="5" name="Slide Number Placeholder 4">
            <a:extLst>
              <a:ext uri="{FF2B5EF4-FFF2-40B4-BE49-F238E27FC236}">
                <a16:creationId xmlns:a16="http://schemas.microsoft.com/office/drawing/2014/main" id="{62AD37BE-C76B-EC52-9096-E27391BA6C8C}"/>
              </a:ext>
            </a:extLst>
          </p:cNvPr>
          <p:cNvSpPr>
            <a:spLocks noGrp="1"/>
          </p:cNvSpPr>
          <p:nvPr>
            <p:ph type="sldNum" sz="quarter" idx="16"/>
          </p:nvPr>
        </p:nvSpPr>
        <p:spPr/>
        <p:txBody>
          <a:bodyPr/>
          <a:lstStyle/>
          <a:p>
            <a:fld id="{5E0677F5-4A8A-4BF1-96BE-3BAE8FBAFE2E}" type="slidenum">
              <a:rPr lang="en-US" smtClean="0"/>
              <a:t>2</a:t>
            </a:fld>
            <a:endParaRPr lang="en-US"/>
          </a:p>
        </p:txBody>
      </p:sp>
      <p:sp>
        <p:nvSpPr>
          <p:cNvPr id="6" name="Content Placeholder 5">
            <a:extLst>
              <a:ext uri="{FF2B5EF4-FFF2-40B4-BE49-F238E27FC236}">
                <a16:creationId xmlns:a16="http://schemas.microsoft.com/office/drawing/2014/main" id="{16F327F9-FCBA-F144-57B9-7C0D1640FB3F}"/>
              </a:ext>
            </a:extLst>
          </p:cNvPr>
          <p:cNvSpPr>
            <a:spLocks noGrp="1"/>
          </p:cNvSpPr>
          <p:nvPr>
            <p:ph sz="quarter" idx="13"/>
          </p:nvPr>
        </p:nvSpPr>
        <p:spPr/>
        <p:txBody>
          <a:bodyPr vert="horz" lIns="91440" tIns="45720" rIns="91440" bIns="45720" rtlCol="0" anchor="t">
            <a:normAutofit lnSpcReduction="10000"/>
          </a:bodyPr>
          <a:lstStyle/>
          <a:p>
            <a:pPr marL="285750" indent="-285750">
              <a:lnSpc>
                <a:spcPct val="150000"/>
              </a:lnSpc>
              <a:buChar char="•"/>
            </a:pPr>
            <a:r>
              <a:rPr lang="en-US" sz="2400"/>
              <a:t>The challenge of maintaining a car's constant "set speed" during long highway trips by controlling acceleration and braking to counteract external forces</a:t>
            </a:r>
            <a:endParaRPr lang="en-US"/>
          </a:p>
          <a:p>
            <a:pPr marL="285750" indent="-285750">
              <a:lnSpc>
                <a:spcPct val="150000"/>
              </a:lnSpc>
              <a:buChar char="•"/>
            </a:pPr>
            <a:r>
              <a:rPr lang="en-US" sz="2400"/>
              <a:t>Manage speeds when going downhill, encountering headwinds, or dealing with tailwinds</a:t>
            </a:r>
          </a:p>
          <a:p>
            <a:pPr marL="285750" indent="-285750">
              <a:lnSpc>
                <a:spcPct val="150000"/>
              </a:lnSpc>
              <a:buChar char="•"/>
            </a:pPr>
            <a:r>
              <a:rPr lang="en-US" sz="2400"/>
              <a:t>The system must monitor the current velocity (u) relative to the desired speed (r) and apply the necessary force (u) to stay on target</a:t>
            </a:r>
          </a:p>
          <a:p>
            <a:pPr marL="285750" indent="-285750">
              <a:buChar char="•"/>
            </a:pPr>
            <a:br>
              <a:rPr lang="en-US" sz="1800"/>
            </a:br>
            <a:endParaRPr lang="en-US" sz="1800"/>
          </a:p>
        </p:txBody>
      </p:sp>
    </p:spTree>
    <p:extLst>
      <p:ext uri="{BB962C8B-B14F-4D97-AF65-F5344CB8AC3E}">
        <p14:creationId xmlns:p14="http://schemas.microsoft.com/office/powerpoint/2010/main" val="288474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B75A-C545-8278-9544-B8BA6697011B}"/>
              </a:ext>
            </a:extLst>
          </p:cNvPr>
          <p:cNvSpPr>
            <a:spLocks noGrp="1"/>
          </p:cNvSpPr>
          <p:nvPr>
            <p:ph type="title"/>
          </p:nvPr>
        </p:nvSpPr>
        <p:spPr/>
        <p:txBody>
          <a:bodyPr>
            <a:normAutofit/>
          </a:bodyPr>
          <a:lstStyle/>
          <a:p>
            <a:r>
              <a:rPr lang="en-US" sz="3500"/>
              <a:t>Assumptions</a:t>
            </a:r>
          </a:p>
        </p:txBody>
      </p:sp>
      <p:sp>
        <p:nvSpPr>
          <p:cNvPr id="3" name="Date Placeholder 2">
            <a:extLst>
              <a:ext uri="{FF2B5EF4-FFF2-40B4-BE49-F238E27FC236}">
                <a16:creationId xmlns:a16="http://schemas.microsoft.com/office/drawing/2014/main" id="{B2DAA957-6BDD-B150-A980-F03B9A0388A4}"/>
              </a:ext>
            </a:extLst>
          </p:cNvPr>
          <p:cNvSpPr>
            <a:spLocks noGrp="1"/>
          </p:cNvSpPr>
          <p:nvPr>
            <p:ph type="dt" sz="half" idx="14"/>
          </p:nvPr>
        </p:nvSpPr>
        <p:spPr/>
        <p:txBody>
          <a:bodyPr/>
          <a:lstStyle/>
          <a:p>
            <a:fld id="{80EE6BAA-0080-49BB-A5F6-D96B22DFE410}" type="datetime1">
              <a:rPr lang="en-US" smtClean="0"/>
              <a:t>4/21/2026</a:t>
            </a:fld>
            <a:endParaRPr lang="en-US"/>
          </a:p>
        </p:txBody>
      </p:sp>
      <p:sp>
        <p:nvSpPr>
          <p:cNvPr id="4" name="Footer Placeholder 3">
            <a:extLst>
              <a:ext uri="{FF2B5EF4-FFF2-40B4-BE49-F238E27FC236}">
                <a16:creationId xmlns:a16="http://schemas.microsoft.com/office/drawing/2014/main" id="{75DA5941-3510-17AC-1642-49F238E74998}"/>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ABC99F7A-57D7-310F-F696-6E121769EA2E}"/>
              </a:ext>
            </a:extLst>
          </p:cNvPr>
          <p:cNvSpPr>
            <a:spLocks noGrp="1"/>
          </p:cNvSpPr>
          <p:nvPr>
            <p:ph type="sldNum" sz="quarter" idx="16"/>
          </p:nvPr>
        </p:nvSpPr>
        <p:spPr/>
        <p:txBody>
          <a:bodyPr/>
          <a:lstStyle/>
          <a:p>
            <a:fld id="{5E0677F5-4A8A-4BF1-96BE-3BAE8FBAFE2E}" type="slidenum">
              <a:rPr lang="en-US" smtClean="0"/>
              <a:t>3</a:t>
            </a:fld>
            <a:endParaRPr lang="en-US"/>
          </a:p>
        </p:txBody>
      </p:sp>
      <p:sp>
        <p:nvSpPr>
          <p:cNvPr id="6" name="Content Placeholder 5">
            <a:extLst>
              <a:ext uri="{FF2B5EF4-FFF2-40B4-BE49-F238E27FC236}">
                <a16:creationId xmlns:a16="http://schemas.microsoft.com/office/drawing/2014/main" id="{B9B9229A-384C-558D-AA06-10D6BA85DC84}"/>
              </a:ext>
            </a:extLst>
          </p:cNvPr>
          <p:cNvSpPr>
            <a:spLocks noGrp="1"/>
          </p:cNvSpPr>
          <p:nvPr>
            <p:ph sz="quarter" idx="13"/>
          </p:nvPr>
        </p:nvSpPr>
        <p:spPr/>
        <p:txBody>
          <a:bodyPr vert="horz" lIns="91440" tIns="45720" rIns="91440" bIns="45720" rtlCol="0" anchor="t">
            <a:normAutofit/>
          </a:bodyPr>
          <a:lstStyle/>
          <a:p>
            <a:pPr marL="514350" lvl="1" indent="-285750">
              <a:buChar char="•"/>
            </a:pPr>
            <a:r>
              <a:rPr lang="en-US" sz="2500"/>
              <a:t>The car moves in only one direction- positive x</a:t>
            </a:r>
          </a:p>
          <a:p>
            <a:pPr marL="514350" lvl="1" indent="-285750">
              <a:buChar char="•"/>
            </a:pPr>
            <a:r>
              <a:rPr lang="en-US" sz="2500"/>
              <a:t>Friction is linearly proportional to velocity</a:t>
            </a:r>
          </a:p>
          <a:p>
            <a:pPr marL="742950" lvl="2" indent="-285750">
              <a:buFont typeface="Wingdings" panose="020B0604020202020204" pitchFamily="34" charset="0"/>
              <a:buChar char="§"/>
            </a:pPr>
            <a:r>
              <a:rPr lang="en-US" sz="2500"/>
              <a:t>Friction of the ground does not typically increase with velocity</a:t>
            </a:r>
          </a:p>
          <a:p>
            <a:pPr marL="742950" lvl="2" indent="-285750">
              <a:buFont typeface="Wingdings" panose="020B0604020202020204" pitchFamily="34" charset="0"/>
              <a:buChar char="§"/>
            </a:pPr>
            <a:r>
              <a:rPr lang="en-US" sz="2500"/>
              <a:t>Air resistance increases with velocity squared</a:t>
            </a:r>
          </a:p>
          <a:p>
            <a:pPr marL="514350" lvl="1" indent="-285750">
              <a:buFont typeface="Arial" panose="020B0604020202020204" pitchFamily="34" charset="0"/>
              <a:buChar char="•"/>
            </a:pPr>
            <a:r>
              <a:rPr lang="en-US" sz="2500"/>
              <a:t>Mass is constant</a:t>
            </a:r>
          </a:p>
          <a:p>
            <a:pPr marL="514350" lvl="1" indent="-285750">
              <a:buFont typeface="Arial" panose="020B0604020202020204" pitchFamily="34" charset="0"/>
              <a:buChar char="•"/>
            </a:pPr>
            <a:r>
              <a:rPr lang="en-US" sz="2500"/>
              <a:t>The forcing control function is both immediate and directly applied</a:t>
            </a:r>
          </a:p>
          <a:p>
            <a:pPr marL="514350" lvl="1" indent="-285750">
              <a:buFont typeface="Arial" panose="020B0604020202020204" pitchFamily="34" charset="0"/>
              <a:buChar char="•"/>
            </a:pPr>
            <a:r>
              <a:rPr lang="en-US" sz="2500"/>
              <a:t>The velocity is always known</a:t>
            </a:r>
          </a:p>
          <a:p>
            <a:pPr marL="514350" lvl="1" indent="-285750">
              <a:buFont typeface="Arial" panose="020B0604020202020204" pitchFamily="34" charset="0"/>
              <a:buChar char="•"/>
            </a:pPr>
            <a:r>
              <a:rPr lang="en-US" sz="2500"/>
              <a:t>The road is perfectly flat</a:t>
            </a:r>
          </a:p>
        </p:txBody>
      </p:sp>
    </p:spTree>
    <p:extLst>
      <p:ext uri="{BB962C8B-B14F-4D97-AF65-F5344CB8AC3E}">
        <p14:creationId xmlns:p14="http://schemas.microsoft.com/office/powerpoint/2010/main" val="3902774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6BEF7-D398-D4DC-CF82-253140644436}"/>
              </a:ext>
            </a:extLst>
          </p:cNvPr>
          <p:cNvSpPr>
            <a:spLocks noGrp="1"/>
          </p:cNvSpPr>
          <p:nvPr>
            <p:ph type="title"/>
          </p:nvPr>
        </p:nvSpPr>
        <p:spPr/>
        <p:txBody>
          <a:bodyPr/>
          <a:lstStyle/>
          <a:p>
            <a:r>
              <a:rPr lang="en-US"/>
              <a:t>Base Model – Newton's 2nd Law</a:t>
            </a:r>
          </a:p>
        </p:txBody>
      </p:sp>
      <p:sp>
        <p:nvSpPr>
          <p:cNvPr id="3" name="Date Placeholder 2">
            <a:extLst>
              <a:ext uri="{FF2B5EF4-FFF2-40B4-BE49-F238E27FC236}">
                <a16:creationId xmlns:a16="http://schemas.microsoft.com/office/drawing/2014/main" id="{BA77136E-44F2-DC4B-AEF6-001C3B48BA4B}"/>
              </a:ext>
            </a:extLst>
          </p:cNvPr>
          <p:cNvSpPr>
            <a:spLocks noGrp="1"/>
          </p:cNvSpPr>
          <p:nvPr>
            <p:ph type="dt" sz="half" idx="14"/>
          </p:nvPr>
        </p:nvSpPr>
        <p:spPr/>
        <p:txBody>
          <a:bodyPr/>
          <a:lstStyle/>
          <a:p>
            <a:fld id="{80EE6BAA-0080-49BB-A5F6-D96B22DFE410}" type="datetime1">
              <a:rPr lang="en-US" smtClean="0"/>
              <a:t>4/21/2026</a:t>
            </a:fld>
            <a:endParaRPr lang="en-US"/>
          </a:p>
        </p:txBody>
      </p:sp>
      <p:sp>
        <p:nvSpPr>
          <p:cNvPr id="4" name="Footer Placeholder 3">
            <a:extLst>
              <a:ext uri="{FF2B5EF4-FFF2-40B4-BE49-F238E27FC236}">
                <a16:creationId xmlns:a16="http://schemas.microsoft.com/office/drawing/2014/main" id="{6320F54F-58CF-FC1D-ED7C-93AE7F366557}"/>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684266A-CE9F-7996-076F-A6A509990DDC}"/>
              </a:ext>
            </a:extLst>
          </p:cNvPr>
          <p:cNvSpPr>
            <a:spLocks noGrp="1"/>
          </p:cNvSpPr>
          <p:nvPr>
            <p:ph type="sldNum" sz="quarter" idx="16"/>
          </p:nvPr>
        </p:nvSpPr>
        <p:spPr/>
        <p:txBody>
          <a:bodyPr/>
          <a:lstStyle/>
          <a:p>
            <a:fld id="{5E0677F5-4A8A-4BF1-96BE-3BAE8FBAFE2E}" type="slidenum">
              <a:rPr lang="en-US" smtClean="0"/>
              <a:t>4</a:t>
            </a:fld>
            <a:endParaRPr lang="en-US"/>
          </a:p>
        </p:txBody>
      </p:sp>
      <p:sp>
        <p:nvSpPr>
          <p:cNvPr id="6" name="Content Placeholder 5">
            <a:extLst>
              <a:ext uri="{FF2B5EF4-FFF2-40B4-BE49-F238E27FC236}">
                <a16:creationId xmlns:a16="http://schemas.microsoft.com/office/drawing/2014/main" id="{0AB9C587-14C9-14E4-DE3A-43F29CD83F73}"/>
              </a:ext>
            </a:extLst>
          </p:cNvPr>
          <p:cNvSpPr>
            <a:spLocks noGrp="1"/>
          </p:cNvSpPr>
          <p:nvPr>
            <p:ph sz="quarter" idx="13"/>
          </p:nvPr>
        </p:nvSpPr>
        <p:spPr>
          <a:xfrm>
            <a:off x="301752" y="2824480"/>
            <a:ext cx="11402568" cy="4389120"/>
          </a:xfrm>
        </p:spPr>
        <p:txBody>
          <a:bodyPr vert="horz" lIns="91440" tIns="45720" rIns="91440" bIns="45720" rtlCol="0" anchor="t">
            <a:noAutofit/>
          </a:bodyPr>
          <a:lstStyle/>
          <a:p>
            <a:pPr marL="285750" indent="-285750">
              <a:buChar char="•"/>
            </a:pPr>
            <a:r>
              <a:rPr lang="en-US" sz="2400"/>
              <a:t>v(t) is the </a:t>
            </a:r>
            <a:r>
              <a:rPr lang="en-US" sz="2400" err="1"/>
              <a:t>the</a:t>
            </a:r>
            <a:r>
              <a:rPr lang="en-US" sz="2400"/>
              <a:t> quantity to be controlled and is in m/s</a:t>
            </a:r>
          </a:p>
          <a:p>
            <a:pPr marL="285750" indent="-285750">
              <a:buChar char="•"/>
            </a:pPr>
            <a:r>
              <a:rPr lang="en-US" sz="2400"/>
              <a:t>u(t) is the acceleration or braking force </a:t>
            </a:r>
            <a:r>
              <a:rPr lang="en-US" sz="2400" err="1"/>
              <a:t>applie</a:t>
            </a:r>
            <a:r>
              <a:rPr lang="en-US" sz="2400"/>
              <a:t>d to the car</a:t>
            </a:r>
          </a:p>
          <a:p>
            <a:pPr marL="285750" indent="-285750">
              <a:buChar char="•"/>
            </a:pPr>
            <a:r>
              <a:rPr lang="en-US" sz="2400"/>
              <a:t>Parameter Values</a:t>
            </a:r>
          </a:p>
          <a:p>
            <a:pPr marL="514350" lvl="1" indent="-285750">
              <a:buFont typeface="Courier New" panose="020B0604020202020204" pitchFamily="34" charset="0"/>
              <a:buChar char="o"/>
            </a:pPr>
            <a:r>
              <a:rPr lang="en-US" sz="2400"/>
              <a:t>m = 2000 kg</a:t>
            </a:r>
          </a:p>
          <a:p>
            <a:pPr marL="514350" lvl="1" indent="-285750">
              <a:buFont typeface="Courier New" panose="020B0604020202020204" pitchFamily="34" charset="0"/>
              <a:buChar char="o"/>
            </a:pPr>
            <a:r>
              <a:rPr lang="en-US" sz="2400"/>
              <a:t>k = 40 kg/s</a:t>
            </a:r>
          </a:p>
          <a:p>
            <a:pPr marL="514350" lvl="1" indent="-285750">
              <a:buFont typeface="Courier New" panose="020B0604020202020204" pitchFamily="34" charset="0"/>
              <a:buChar char="o"/>
            </a:pPr>
            <a:r>
              <a:rPr lang="en-US" sz="2400"/>
              <a:t>r_0 = 25 m/s</a:t>
            </a:r>
          </a:p>
          <a:p>
            <a:pPr marL="514350" lvl="1" indent="-285750">
              <a:buFont typeface="Courier New" panose="020B0604020202020204" pitchFamily="34" charset="0"/>
              <a:buChar char="o"/>
            </a:pPr>
            <a:r>
              <a:rPr lang="en-US" sz="2400"/>
              <a:t>v(0) = 25 m/s</a:t>
            </a:r>
          </a:p>
        </p:txBody>
      </p:sp>
      <p:pic>
        <p:nvPicPr>
          <p:cNvPr id="8" name="Picture 7" descr="A white text on a black background&#10;&#10;AI-generated content may be incorrect.">
            <a:extLst>
              <a:ext uri="{FF2B5EF4-FFF2-40B4-BE49-F238E27FC236}">
                <a16:creationId xmlns:a16="http://schemas.microsoft.com/office/drawing/2014/main" id="{B18BF7AC-C933-19F2-E4F1-3AEAA2E0B3BB}"/>
              </a:ext>
            </a:extLst>
          </p:cNvPr>
          <p:cNvPicPr>
            <a:picLocks noChangeAspect="1"/>
          </p:cNvPicPr>
          <p:nvPr/>
        </p:nvPicPr>
        <p:blipFill>
          <a:blip r:embed="rId2"/>
          <a:stretch>
            <a:fillRect/>
          </a:stretch>
        </p:blipFill>
        <p:spPr>
          <a:xfrm>
            <a:off x="2954338" y="1962150"/>
            <a:ext cx="6118225" cy="723900"/>
          </a:xfrm>
          <a:prstGeom prst="rect">
            <a:avLst/>
          </a:prstGeom>
        </p:spPr>
      </p:pic>
    </p:spTree>
    <p:extLst>
      <p:ext uri="{BB962C8B-B14F-4D97-AF65-F5344CB8AC3E}">
        <p14:creationId xmlns:p14="http://schemas.microsoft.com/office/powerpoint/2010/main" val="892992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A94F9-C50E-D7F1-50D3-AEA71A3F7798}"/>
              </a:ext>
            </a:extLst>
          </p:cNvPr>
          <p:cNvSpPr>
            <a:spLocks noGrp="1"/>
          </p:cNvSpPr>
          <p:nvPr>
            <p:ph type="title"/>
          </p:nvPr>
        </p:nvSpPr>
        <p:spPr/>
        <p:txBody>
          <a:bodyPr/>
          <a:lstStyle/>
          <a:p>
            <a:r>
              <a:rPr lang="en-US"/>
              <a:t>Analytical Solution to Open Loop</a:t>
            </a:r>
          </a:p>
        </p:txBody>
      </p:sp>
      <p:sp>
        <p:nvSpPr>
          <p:cNvPr id="3" name="Date Placeholder 2">
            <a:extLst>
              <a:ext uri="{FF2B5EF4-FFF2-40B4-BE49-F238E27FC236}">
                <a16:creationId xmlns:a16="http://schemas.microsoft.com/office/drawing/2014/main" id="{A164AABF-05AC-7AA0-BFB2-3534A15DF9C6}"/>
              </a:ext>
            </a:extLst>
          </p:cNvPr>
          <p:cNvSpPr>
            <a:spLocks noGrp="1"/>
          </p:cNvSpPr>
          <p:nvPr>
            <p:ph type="dt" sz="half" idx="14"/>
          </p:nvPr>
        </p:nvSpPr>
        <p:spPr/>
        <p:txBody>
          <a:bodyPr/>
          <a:lstStyle/>
          <a:p>
            <a:fld id="{80EE6BAA-0080-49BB-A5F6-D96B22DFE410}" type="datetime1">
              <a:rPr lang="en-US" smtClean="0"/>
              <a:t>4/21/2026</a:t>
            </a:fld>
            <a:endParaRPr lang="en-US"/>
          </a:p>
        </p:txBody>
      </p:sp>
      <p:sp>
        <p:nvSpPr>
          <p:cNvPr id="4" name="Footer Placeholder 3">
            <a:extLst>
              <a:ext uri="{FF2B5EF4-FFF2-40B4-BE49-F238E27FC236}">
                <a16:creationId xmlns:a16="http://schemas.microsoft.com/office/drawing/2014/main" id="{D45B6FD2-8FF4-43A5-5311-E9185864290D}"/>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245811D1-49A7-A65F-DA83-F6ABAFBB554A}"/>
              </a:ext>
            </a:extLst>
          </p:cNvPr>
          <p:cNvSpPr>
            <a:spLocks noGrp="1"/>
          </p:cNvSpPr>
          <p:nvPr>
            <p:ph type="sldNum" sz="quarter" idx="16"/>
          </p:nvPr>
        </p:nvSpPr>
        <p:spPr/>
        <p:txBody>
          <a:bodyPr/>
          <a:lstStyle/>
          <a:p>
            <a:fld id="{5E0677F5-4A8A-4BF1-96BE-3BAE8FBAFE2E}" type="slidenum">
              <a:rPr lang="en-US" smtClean="0"/>
              <a:t>5</a:t>
            </a:fld>
            <a:endParaRPr lang="en-US"/>
          </a:p>
        </p:txBody>
      </p:sp>
      <p:pic>
        <p:nvPicPr>
          <p:cNvPr id="7" name="Content Placeholder 6">
            <a:extLst>
              <a:ext uri="{FF2B5EF4-FFF2-40B4-BE49-F238E27FC236}">
                <a16:creationId xmlns:a16="http://schemas.microsoft.com/office/drawing/2014/main" id="{D297C38A-0C09-A99C-936A-7C5F3F7EEC49}"/>
              </a:ext>
            </a:extLst>
          </p:cNvPr>
          <p:cNvPicPr>
            <a:picLocks noGrp="1" noChangeAspect="1"/>
          </p:cNvPicPr>
          <p:nvPr>
            <p:ph sz="quarter" idx="13"/>
          </p:nvPr>
        </p:nvPicPr>
        <p:blipFill>
          <a:blip r:embed="rId2"/>
          <a:stretch>
            <a:fillRect/>
          </a:stretch>
        </p:blipFill>
        <p:spPr>
          <a:xfrm>
            <a:off x="401527" y="1715041"/>
            <a:ext cx="4230102" cy="2205790"/>
          </a:xfrm>
          <a:prstGeom prst="rect">
            <a:avLst/>
          </a:prstGeom>
        </p:spPr>
      </p:pic>
      <p:pic>
        <p:nvPicPr>
          <p:cNvPr id="6" name="Picture 5">
            <a:extLst>
              <a:ext uri="{FF2B5EF4-FFF2-40B4-BE49-F238E27FC236}">
                <a16:creationId xmlns:a16="http://schemas.microsoft.com/office/drawing/2014/main" id="{D64DC321-76DC-3EA8-2ADC-9EF8EDAE8089}"/>
              </a:ext>
            </a:extLst>
          </p:cNvPr>
          <p:cNvPicPr>
            <a:picLocks noChangeAspect="1"/>
          </p:cNvPicPr>
          <p:nvPr/>
        </p:nvPicPr>
        <p:blipFill>
          <a:blip r:embed="rId3"/>
          <a:srcRect r="-90" b="-573"/>
          <a:stretch>
            <a:fillRect/>
          </a:stretch>
        </p:blipFill>
        <p:spPr>
          <a:xfrm>
            <a:off x="5316091" y="1455238"/>
            <a:ext cx="6698605" cy="3179258"/>
          </a:xfrm>
          <a:prstGeom prst="rect">
            <a:avLst/>
          </a:prstGeom>
        </p:spPr>
      </p:pic>
      <p:pic>
        <p:nvPicPr>
          <p:cNvPr id="9" name="Picture 8">
            <a:extLst>
              <a:ext uri="{FF2B5EF4-FFF2-40B4-BE49-F238E27FC236}">
                <a16:creationId xmlns:a16="http://schemas.microsoft.com/office/drawing/2014/main" id="{B7E1E450-2C58-1C46-0977-105A90D0477F}"/>
              </a:ext>
            </a:extLst>
          </p:cNvPr>
          <p:cNvPicPr>
            <a:picLocks noChangeAspect="1"/>
          </p:cNvPicPr>
          <p:nvPr/>
        </p:nvPicPr>
        <p:blipFill>
          <a:blip r:embed="rId4"/>
          <a:stretch>
            <a:fillRect/>
          </a:stretch>
        </p:blipFill>
        <p:spPr>
          <a:xfrm>
            <a:off x="301100" y="4962093"/>
            <a:ext cx="5619750" cy="1228725"/>
          </a:xfrm>
          <a:prstGeom prst="rect">
            <a:avLst/>
          </a:prstGeom>
        </p:spPr>
      </p:pic>
      <p:pic>
        <p:nvPicPr>
          <p:cNvPr id="12" name="Picture 11" descr="A black text on a white background&#10;&#10;AI-generated content may be incorrect.">
            <a:extLst>
              <a:ext uri="{FF2B5EF4-FFF2-40B4-BE49-F238E27FC236}">
                <a16:creationId xmlns:a16="http://schemas.microsoft.com/office/drawing/2014/main" id="{9723209B-3745-2171-E5A1-18471F3E0D4C}"/>
              </a:ext>
            </a:extLst>
          </p:cNvPr>
          <p:cNvPicPr>
            <a:picLocks noChangeAspect="1"/>
          </p:cNvPicPr>
          <p:nvPr/>
        </p:nvPicPr>
        <p:blipFill>
          <a:blip r:embed="rId5"/>
          <a:stretch>
            <a:fillRect/>
          </a:stretch>
        </p:blipFill>
        <p:spPr>
          <a:xfrm>
            <a:off x="7918226" y="5401580"/>
            <a:ext cx="2124075" cy="790575"/>
          </a:xfrm>
          <a:prstGeom prst="rect">
            <a:avLst/>
          </a:prstGeom>
        </p:spPr>
      </p:pic>
    </p:spTree>
    <p:extLst>
      <p:ext uri="{BB962C8B-B14F-4D97-AF65-F5344CB8AC3E}">
        <p14:creationId xmlns:p14="http://schemas.microsoft.com/office/powerpoint/2010/main" val="1376353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8D577-32D4-BD6D-606F-980B4B3E9FF0}"/>
              </a:ext>
            </a:extLst>
          </p:cNvPr>
          <p:cNvSpPr>
            <a:spLocks noGrp="1"/>
          </p:cNvSpPr>
          <p:nvPr>
            <p:ph type="title"/>
          </p:nvPr>
        </p:nvSpPr>
        <p:spPr/>
        <p:txBody>
          <a:bodyPr/>
          <a:lstStyle/>
          <a:p>
            <a:r>
              <a:rPr lang="en-US"/>
              <a:t>Open Loop</a:t>
            </a:r>
          </a:p>
        </p:txBody>
      </p:sp>
      <p:sp>
        <p:nvSpPr>
          <p:cNvPr id="3" name="Date Placeholder 2">
            <a:extLst>
              <a:ext uri="{FF2B5EF4-FFF2-40B4-BE49-F238E27FC236}">
                <a16:creationId xmlns:a16="http://schemas.microsoft.com/office/drawing/2014/main" id="{7B3A53F7-B71E-BBEC-B7E2-3CFD2095F43A}"/>
              </a:ext>
            </a:extLst>
          </p:cNvPr>
          <p:cNvSpPr>
            <a:spLocks noGrp="1"/>
          </p:cNvSpPr>
          <p:nvPr>
            <p:ph type="dt" sz="half" idx="14"/>
          </p:nvPr>
        </p:nvSpPr>
        <p:spPr/>
        <p:txBody>
          <a:bodyPr/>
          <a:lstStyle/>
          <a:p>
            <a:fld id="{80EE6BAA-0080-49BB-A5F6-D96B22DFE410}" type="datetime1">
              <a:rPr lang="en-US" smtClean="0"/>
              <a:t>4/21/2026</a:t>
            </a:fld>
            <a:endParaRPr lang="en-US"/>
          </a:p>
        </p:txBody>
      </p:sp>
      <p:sp>
        <p:nvSpPr>
          <p:cNvPr id="4" name="Footer Placeholder 3">
            <a:extLst>
              <a:ext uri="{FF2B5EF4-FFF2-40B4-BE49-F238E27FC236}">
                <a16:creationId xmlns:a16="http://schemas.microsoft.com/office/drawing/2014/main" id="{4A183F75-15A2-F692-D1F2-78D81C6C8C33}"/>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424E57A1-9CAA-B0B3-A5BC-96E62599074C}"/>
              </a:ext>
            </a:extLst>
          </p:cNvPr>
          <p:cNvSpPr>
            <a:spLocks noGrp="1"/>
          </p:cNvSpPr>
          <p:nvPr>
            <p:ph type="sldNum" sz="quarter" idx="16"/>
          </p:nvPr>
        </p:nvSpPr>
        <p:spPr/>
        <p:txBody>
          <a:bodyPr/>
          <a:lstStyle/>
          <a:p>
            <a:fld id="{5E0677F5-4A8A-4BF1-96BE-3BAE8FBAFE2E}" type="slidenum">
              <a:rPr lang="en-US" smtClean="0"/>
              <a:t>6</a:t>
            </a:fld>
            <a:endParaRPr lang="en-US"/>
          </a:p>
        </p:txBody>
      </p:sp>
      <p:pic>
        <p:nvPicPr>
          <p:cNvPr id="6" name="Content Placeholder 5" descr="A graph of a cruise control&#10;&#10;AI-generated content may be incorrect.">
            <a:extLst>
              <a:ext uri="{FF2B5EF4-FFF2-40B4-BE49-F238E27FC236}">
                <a16:creationId xmlns:a16="http://schemas.microsoft.com/office/drawing/2014/main" id="{96373775-0B5B-CCD2-C4E0-02B41E74DCA2}"/>
              </a:ext>
            </a:extLst>
          </p:cNvPr>
          <p:cNvPicPr>
            <a:picLocks noGrp="1" noChangeAspect="1"/>
          </p:cNvPicPr>
          <p:nvPr>
            <p:ph sz="quarter" idx="13"/>
          </p:nvPr>
        </p:nvPicPr>
        <p:blipFill>
          <a:blip r:embed="rId3"/>
          <a:stretch>
            <a:fillRect/>
          </a:stretch>
        </p:blipFill>
        <p:spPr>
          <a:xfrm>
            <a:off x="2502198" y="1183255"/>
            <a:ext cx="7775222" cy="4487334"/>
          </a:xfrm>
          <a:prstGeom prst="rect">
            <a:avLst/>
          </a:prstGeom>
        </p:spPr>
      </p:pic>
      <p:pic>
        <p:nvPicPr>
          <p:cNvPr id="11" name="Picture 10" descr="A math equations on a white background&#10;&#10;AI-generated content may be incorrect.">
            <a:extLst>
              <a:ext uri="{FF2B5EF4-FFF2-40B4-BE49-F238E27FC236}">
                <a16:creationId xmlns:a16="http://schemas.microsoft.com/office/drawing/2014/main" id="{F5BA0558-362D-FECD-2DC6-A2C491859FB3}"/>
              </a:ext>
            </a:extLst>
          </p:cNvPr>
          <p:cNvPicPr>
            <a:picLocks noChangeAspect="1"/>
          </p:cNvPicPr>
          <p:nvPr/>
        </p:nvPicPr>
        <p:blipFill>
          <a:blip r:embed="rId4"/>
          <a:srcRect r="-72" b="64033"/>
          <a:stretch>
            <a:fillRect/>
          </a:stretch>
        </p:blipFill>
        <p:spPr>
          <a:xfrm>
            <a:off x="3275784" y="5948009"/>
            <a:ext cx="6569951" cy="562387"/>
          </a:xfrm>
          <a:prstGeom prst="rect">
            <a:avLst/>
          </a:prstGeom>
        </p:spPr>
      </p:pic>
    </p:spTree>
    <p:extLst>
      <p:ext uri="{BB962C8B-B14F-4D97-AF65-F5344CB8AC3E}">
        <p14:creationId xmlns:p14="http://schemas.microsoft.com/office/powerpoint/2010/main" val="3311528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8532F-CBCB-7E59-8273-514EA35D0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A3D43-5B1B-0ACA-F704-1FEBCDF5475C}"/>
              </a:ext>
            </a:extLst>
          </p:cNvPr>
          <p:cNvSpPr>
            <a:spLocks noGrp="1"/>
          </p:cNvSpPr>
          <p:nvPr>
            <p:ph type="title"/>
          </p:nvPr>
        </p:nvSpPr>
        <p:spPr/>
        <p:txBody>
          <a:bodyPr/>
          <a:lstStyle/>
          <a:p>
            <a:r>
              <a:rPr lang="en-US"/>
              <a:t>Analytical Solution to Closed Loop (Proportional Only)</a:t>
            </a:r>
          </a:p>
        </p:txBody>
      </p:sp>
      <p:sp>
        <p:nvSpPr>
          <p:cNvPr id="3" name="Date Placeholder 2">
            <a:extLst>
              <a:ext uri="{FF2B5EF4-FFF2-40B4-BE49-F238E27FC236}">
                <a16:creationId xmlns:a16="http://schemas.microsoft.com/office/drawing/2014/main" id="{2CF27567-991A-B0CE-67DA-8E56D6A4E15A}"/>
              </a:ext>
            </a:extLst>
          </p:cNvPr>
          <p:cNvSpPr>
            <a:spLocks noGrp="1"/>
          </p:cNvSpPr>
          <p:nvPr>
            <p:ph type="dt" sz="half" idx="14"/>
          </p:nvPr>
        </p:nvSpPr>
        <p:spPr/>
        <p:txBody>
          <a:bodyPr/>
          <a:lstStyle/>
          <a:p>
            <a:fld id="{80EE6BAA-0080-49BB-A5F6-D96B22DFE410}" type="datetime1">
              <a:rPr lang="en-US" smtClean="0"/>
              <a:t>4/21/2026</a:t>
            </a:fld>
            <a:endParaRPr lang="en-US"/>
          </a:p>
        </p:txBody>
      </p:sp>
      <p:sp>
        <p:nvSpPr>
          <p:cNvPr id="4" name="Footer Placeholder 3">
            <a:extLst>
              <a:ext uri="{FF2B5EF4-FFF2-40B4-BE49-F238E27FC236}">
                <a16:creationId xmlns:a16="http://schemas.microsoft.com/office/drawing/2014/main" id="{6A58969C-96CB-83FA-7DD9-5562184F6098}"/>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E9C08890-FDAA-8AA6-6B32-7E88F33381DA}"/>
              </a:ext>
            </a:extLst>
          </p:cNvPr>
          <p:cNvSpPr>
            <a:spLocks noGrp="1"/>
          </p:cNvSpPr>
          <p:nvPr>
            <p:ph type="sldNum" sz="quarter" idx="16"/>
          </p:nvPr>
        </p:nvSpPr>
        <p:spPr/>
        <p:txBody>
          <a:bodyPr/>
          <a:lstStyle/>
          <a:p>
            <a:fld id="{5E0677F5-4A8A-4BF1-96BE-3BAE8FBAFE2E}" type="slidenum">
              <a:rPr lang="en-US" smtClean="0"/>
              <a:t>7</a:t>
            </a:fld>
            <a:endParaRPr lang="en-US"/>
          </a:p>
        </p:txBody>
      </p:sp>
      <p:pic>
        <p:nvPicPr>
          <p:cNvPr id="6" name="Picture 5" descr="A close up of a text&#10;&#10;AI-generated content may be incorrect.">
            <a:extLst>
              <a:ext uri="{FF2B5EF4-FFF2-40B4-BE49-F238E27FC236}">
                <a16:creationId xmlns:a16="http://schemas.microsoft.com/office/drawing/2014/main" id="{8B24CB42-4AA0-B1D5-6EE0-DC7A9806B94E}"/>
              </a:ext>
            </a:extLst>
          </p:cNvPr>
          <p:cNvPicPr>
            <a:picLocks noChangeAspect="1"/>
          </p:cNvPicPr>
          <p:nvPr/>
        </p:nvPicPr>
        <p:blipFill>
          <a:blip r:embed="rId2"/>
          <a:stretch>
            <a:fillRect/>
          </a:stretch>
        </p:blipFill>
        <p:spPr>
          <a:xfrm>
            <a:off x="5146993" y="4818334"/>
            <a:ext cx="6657975" cy="485775"/>
          </a:xfrm>
          <a:prstGeom prst="rect">
            <a:avLst/>
          </a:prstGeom>
        </p:spPr>
      </p:pic>
      <p:pic>
        <p:nvPicPr>
          <p:cNvPr id="7" name="Picture 6" descr="A group of black letters&#10;&#10;AI-generated content may be incorrect.">
            <a:extLst>
              <a:ext uri="{FF2B5EF4-FFF2-40B4-BE49-F238E27FC236}">
                <a16:creationId xmlns:a16="http://schemas.microsoft.com/office/drawing/2014/main" id="{D1FFBB55-BDCB-62DB-3126-8E5D53E657F1}"/>
              </a:ext>
            </a:extLst>
          </p:cNvPr>
          <p:cNvPicPr>
            <a:picLocks noChangeAspect="1"/>
          </p:cNvPicPr>
          <p:nvPr/>
        </p:nvPicPr>
        <p:blipFill>
          <a:blip r:embed="rId3"/>
          <a:stretch>
            <a:fillRect/>
          </a:stretch>
        </p:blipFill>
        <p:spPr>
          <a:xfrm>
            <a:off x="750020" y="2501464"/>
            <a:ext cx="4467225" cy="1066800"/>
          </a:xfrm>
          <a:prstGeom prst="rect">
            <a:avLst/>
          </a:prstGeom>
        </p:spPr>
      </p:pic>
      <p:pic>
        <p:nvPicPr>
          <p:cNvPr id="8" name="Picture 7" descr="A math equation with black text&#10;&#10;AI-generated content may be incorrect.">
            <a:extLst>
              <a:ext uri="{FF2B5EF4-FFF2-40B4-BE49-F238E27FC236}">
                <a16:creationId xmlns:a16="http://schemas.microsoft.com/office/drawing/2014/main" id="{775232F2-D14D-9BFB-1E3C-59A8BE86AF54}"/>
              </a:ext>
            </a:extLst>
          </p:cNvPr>
          <p:cNvPicPr>
            <a:picLocks noChangeAspect="1"/>
          </p:cNvPicPr>
          <p:nvPr/>
        </p:nvPicPr>
        <p:blipFill>
          <a:blip r:embed="rId4"/>
          <a:stretch>
            <a:fillRect/>
          </a:stretch>
        </p:blipFill>
        <p:spPr>
          <a:xfrm>
            <a:off x="5831007" y="2666839"/>
            <a:ext cx="4905375" cy="733425"/>
          </a:xfrm>
          <a:prstGeom prst="rect">
            <a:avLst/>
          </a:prstGeom>
        </p:spPr>
      </p:pic>
      <p:pic>
        <p:nvPicPr>
          <p:cNvPr id="9" name="Picture 8" descr="A mathematical equation with black text&#10;&#10;AI-generated content may be incorrect.">
            <a:extLst>
              <a:ext uri="{FF2B5EF4-FFF2-40B4-BE49-F238E27FC236}">
                <a16:creationId xmlns:a16="http://schemas.microsoft.com/office/drawing/2014/main" id="{8D75266E-B3CC-A4B4-EEDC-C5781EE74374}"/>
              </a:ext>
            </a:extLst>
          </p:cNvPr>
          <p:cNvPicPr>
            <a:picLocks noChangeAspect="1"/>
          </p:cNvPicPr>
          <p:nvPr/>
        </p:nvPicPr>
        <p:blipFill>
          <a:blip r:embed="rId5"/>
          <a:stretch>
            <a:fillRect/>
          </a:stretch>
        </p:blipFill>
        <p:spPr>
          <a:xfrm>
            <a:off x="1176275" y="4641029"/>
            <a:ext cx="2828925" cy="838200"/>
          </a:xfrm>
          <a:prstGeom prst="rect">
            <a:avLst/>
          </a:prstGeom>
        </p:spPr>
      </p:pic>
    </p:spTree>
    <p:extLst>
      <p:ext uri="{BB962C8B-B14F-4D97-AF65-F5344CB8AC3E}">
        <p14:creationId xmlns:p14="http://schemas.microsoft.com/office/powerpoint/2010/main" val="1022003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0C936-C6B5-9C69-DCF3-22CD5180A617}"/>
              </a:ext>
            </a:extLst>
          </p:cNvPr>
          <p:cNvSpPr>
            <a:spLocks noGrp="1"/>
          </p:cNvSpPr>
          <p:nvPr>
            <p:ph type="title"/>
          </p:nvPr>
        </p:nvSpPr>
        <p:spPr/>
        <p:txBody>
          <a:bodyPr/>
          <a:lstStyle/>
          <a:p>
            <a:r>
              <a:rPr lang="en-US"/>
              <a:t>Closed Loop Proportional Control</a:t>
            </a:r>
          </a:p>
        </p:txBody>
      </p:sp>
      <p:sp>
        <p:nvSpPr>
          <p:cNvPr id="3" name="Date Placeholder 2">
            <a:extLst>
              <a:ext uri="{FF2B5EF4-FFF2-40B4-BE49-F238E27FC236}">
                <a16:creationId xmlns:a16="http://schemas.microsoft.com/office/drawing/2014/main" id="{ED0AFBD8-B7D8-2644-D9C2-F39041F744EF}"/>
              </a:ext>
            </a:extLst>
          </p:cNvPr>
          <p:cNvSpPr>
            <a:spLocks noGrp="1"/>
          </p:cNvSpPr>
          <p:nvPr>
            <p:ph type="dt" sz="half" idx="14"/>
          </p:nvPr>
        </p:nvSpPr>
        <p:spPr/>
        <p:txBody>
          <a:bodyPr/>
          <a:lstStyle/>
          <a:p>
            <a:fld id="{80EE6BAA-0080-49BB-A5F6-D96B22DFE410}" type="datetime1">
              <a:rPr lang="en-US" smtClean="0"/>
              <a:t>4/21/2026</a:t>
            </a:fld>
            <a:endParaRPr lang="en-US"/>
          </a:p>
        </p:txBody>
      </p:sp>
      <p:sp>
        <p:nvSpPr>
          <p:cNvPr id="4" name="Footer Placeholder 3">
            <a:extLst>
              <a:ext uri="{FF2B5EF4-FFF2-40B4-BE49-F238E27FC236}">
                <a16:creationId xmlns:a16="http://schemas.microsoft.com/office/drawing/2014/main" id="{7C0A4717-F74E-61B9-3F39-42CDDBFA88FB}"/>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0F7F2D79-3335-0488-4D6E-C13BD813F8DC}"/>
              </a:ext>
            </a:extLst>
          </p:cNvPr>
          <p:cNvSpPr>
            <a:spLocks noGrp="1"/>
          </p:cNvSpPr>
          <p:nvPr>
            <p:ph type="sldNum" sz="quarter" idx="16"/>
          </p:nvPr>
        </p:nvSpPr>
        <p:spPr/>
        <p:txBody>
          <a:bodyPr/>
          <a:lstStyle/>
          <a:p>
            <a:fld id="{5E0677F5-4A8A-4BF1-96BE-3BAE8FBAFE2E}" type="slidenum">
              <a:rPr lang="en-US" smtClean="0"/>
              <a:t>8</a:t>
            </a:fld>
            <a:endParaRPr lang="en-US"/>
          </a:p>
        </p:txBody>
      </p:sp>
      <p:pic>
        <p:nvPicPr>
          <p:cNvPr id="7" name="Content Placeholder 6" descr="A black background with white text&#10;&#10;AI-generated content may be incorrect.">
            <a:extLst>
              <a:ext uri="{FF2B5EF4-FFF2-40B4-BE49-F238E27FC236}">
                <a16:creationId xmlns:a16="http://schemas.microsoft.com/office/drawing/2014/main" id="{E3524244-C303-6E5D-289E-2D2A3CFF9656}"/>
              </a:ext>
            </a:extLst>
          </p:cNvPr>
          <p:cNvPicPr>
            <a:picLocks noGrp="1" noChangeAspect="1"/>
          </p:cNvPicPr>
          <p:nvPr>
            <p:ph sz="quarter" idx="13"/>
          </p:nvPr>
        </p:nvPicPr>
        <p:blipFill>
          <a:blip r:embed="rId3"/>
          <a:stretch>
            <a:fillRect/>
          </a:stretch>
        </p:blipFill>
        <p:spPr>
          <a:xfrm>
            <a:off x="260997" y="4838206"/>
            <a:ext cx="4956314" cy="564868"/>
          </a:xfrm>
          <a:prstGeom prst="rect">
            <a:avLst/>
          </a:prstGeom>
        </p:spPr>
      </p:pic>
      <p:pic>
        <p:nvPicPr>
          <p:cNvPr id="9" name="Picture 8" descr="A black background with white text&#10;&#10;AI-generated content may be incorrect.">
            <a:extLst>
              <a:ext uri="{FF2B5EF4-FFF2-40B4-BE49-F238E27FC236}">
                <a16:creationId xmlns:a16="http://schemas.microsoft.com/office/drawing/2014/main" id="{12D84BB9-32AB-2478-CD60-CA52C90EBA1D}"/>
              </a:ext>
            </a:extLst>
          </p:cNvPr>
          <p:cNvPicPr>
            <a:picLocks noChangeAspect="1"/>
          </p:cNvPicPr>
          <p:nvPr/>
        </p:nvPicPr>
        <p:blipFill>
          <a:blip r:embed="rId4"/>
          <a:stretch>
            <a:fillRect/>
          </a:stretch>
        </p:blipFill>
        <p:spPr>
          <a:xfrm>
            <a:off x="152400" y="3430321"/>
            <a:ext cx="5002696" cy="534071"/>
          </a:xfrm>
          <a:prstGeom prst="rect">
            <a:avLst/>
          </a:prstGeom>
        </p:spPr>
      </p:pic>
      <p:pic>
        <p:nvPicPr>
          <p:cNvPr id="10" name="Picture 9" descr="A white lines on a black background&#10;&#10;AI-generated content may be incorrect.">
            <a:extLst>
              <a:ext uri="{FF2B5EF4-FFF2-40B4-BE49-F238E27FC236}">
                <a16:creationId xmlns:a16="http://schemas.microsoft.com/office/drawing/2014/main" id="{A364EB37-B9A0-FECD-4358-9A27A4148E54}"/>
              </a:ext>
            </a:extLst>
          </p:cNvPr>
          <p:cNvPicPr>
            <a:picLocks noChangeAspect="1"/>
          </p:cNvPicPr>
          <p:nvPr/>
        </p:nvPicPr>
        <p:blipFill>
          <a:blip r:embed="rId5"/>
          <a:stretch>
            <a:fillRect/>
          </a:stretch>
        </p:blipFill>
        <p:spPr>
          <a:xfrm>
            <a:off x="303143" y="2322107"/>
            <a:ext cx="3538331" cy="333120"/>
          </a:xfrm>
          <a:prstGeom prst="rect">
            <a:avLst/>
          </a:prstGeom>
        </p:spPr>
      </p:pic>
      <p:sp>
        <p:nvSpPr>
          <p:cNvPr id="11" name="TextBox 10">
            <a:extLst>
              <a:ext uri="{FF2B5EF4-FFF2-40B4-BE49-F238E27FC236}">
                <a16:creationId xmlns:a16="http://schemas.microsoft.com/office/drawing/2014/main" id="{FBD0A5F3-844D-8F40-E5DF-DD6CDA0664A9}"/>
              </a:ext>
            </a:extLst>
          </p:cNvPr>
          <p:cNvSpPr txBox="1"/>
          <p:nvPr/>
        </p:nvSpPr>
        <p:spPr>
          <a:xfrm>
            <a:off x="212034" y="1941444"/>
            <a:ext cx="28359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Proportional Model (P)</a:t>
            </a:r>
          </a:p>
        </p:txBody>
      </p:sp>
      <p:sp>
        <p:nvSpPr>
          <p:cNvPr id="12" name="TextBox 11">
            <a:extLst>
              <a:ext uri="{FF2B5EF4-FFF2-40B4-BE49-F238E27FC236}">
                <a16:creationId xmlns:a16="http://schemas.microsoft.com/office/drawing/2014/main" id="{8FE4BB94-B402-EB10-9416-8A9FB52AA12E}"/>
              </a:ext>
            </a:extLst>
          </p:cNvPr>
          <p:cNvSpPr txBox="1"/>
          <p:nvPr/>
        </p:nvSpPr>
        <p:spPr>
          <a:xfrm>
            <a:off x="153253" y="3063888"/>
            <a:ext cx="375036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Proportional-Integral Model (PI)</a:t>
            </a:r>
          </a:p>
        </p:txBody>
      </p:sp>
      <p:sp>
        <p:nvSpPr>
          <p:cNvPr id="13" name="TextBox 12">
            <a:extLst>
              <a:ext uri="{FF2B5EF4-FFF2-40B4-BE49-F238E27FC236}">
                <a16:creationId xmlns:a16="http://schemas.microsoft.com/office/drawing/2014/main" id="{4FB919F6-DD25-06F4-0C23-6A94A7E8B670}"/>
              </a:ext>
            </a:extLst>
          </p:cNvPr>
          <p:cNvSpPr txBox="1"/>
          <p:nvPr/>
        </p:nvSpPr>
        <p:spPr>
          <a:xfrm>
            <a:off x="165649" y="4465982"/>
            <a:ext cx="46382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Proportional-Integral-Derivative Model (PID)</a:t>
            </a:r>
          </a:p>
        </p:txBody>
      </p:sp>
      <p:pic>
        <p:nvPicPr>
          <p:cNvPr id="6" name="Picture 5" descr="A graph of a cruise control&#10;&#10;AI-generated content may be incorrect.">
            <a:extLst>
              <a:ext uri="{FF2B5EF4-FFF2-40B4-BE49-F238E27FC236}">
                <a16:creationId xmlns:a16="http://schemas.microsoft.com/office/drawing/2014/main" id="{0825A87A-AEB8-3E19-FB16-F340C11276A1}"/>
              </a:ext>
            </a:extLst>
          </p:cNvPr>
          <p:cNvPicPr>
            <a:picLocks noChangeAspect="1"/>
          </p:cNvPicPr>
          <p:nvPr/>
        </p:nvPicPr>
        <p:blipFill>
          <a:blip r:embed="rId6"/>
          <a:stretch>
            <a:fillRect/>
          </a:stretch>
        </p:blipFill>
        <p:spPr>
          <a:xfrm>
            <a:off x="5252356" y="2127249"/>
            <a:ext cx="6649358" cy="3900715"/>
          </a:xfrm>
          <a:prstGeom prst="rect">
            <a:avLst/>
          </a:prstGeom>
        </p:spPr>
      </p:pic>
    </p:spTree>
    <p:extLst>
      <p:ext uri="{BB962C8B-B14F-4D97-AF65-F5344CB8AC3E}">
        <p14:creationId xmlns:p14="http://schemas.microsoft.com/office/powerpoint/2010/main" val="3644958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66053-34E3-9A84-C59B-1D216B353702}"/>
              </a:ext>
            </a:extLst>
          </p:cNvPr>
          <p:cNvSpPr>
            <a:spLocks noGrp="1"/>
          </p:cNvSpPr>
          <p:nvPr>
            <p:ph type="title"/>
          </p:nvPr>
        </p:nvSpPr>
        <p:spPr/>
        <p:txBody>
          <a:bodyPr/>
          <a:lstStyle/>
          <a:p>
            <a:r>
              <a:rPr lang="en-US"/>
              <a:t>Extensions</a:t>
            </a:r>
          </a:p>
        </p:txBody>
      </p:sp>
      <p:sp>
        <p:nvSpPr>
          <p:cNvPr id="3" name="Date Placeholder 2">
            <a:extLst>
              <a:ext uri="{FF2B5EF4-FFF2-40B4-BE49-F238E27FC236}">
                <a16:creationId xmlns:a16="http://schemas.microsoft.com/office/drawing/2014/main" id="{C8EBA5F5-A9C7-65B8-DE56-19F57009337A}"/>
              </a:ext>
            </a:extLst>
          </p:cNvPr>
          <p:cNvSpPr>
            <a:spLocks noGrp="1"/>
          </p:cNvSpPr>
          <p:nvPr>
            <p:ph type="dt" sz="half" idx="14"/>
          </p:nvPr>
        </p:nvSpPr>
        <p:spPr/>
        <p:txBody>
          <a:bodyPr/>
          <a:lstStyle/>
          <a:p>
            <a:fld id="{80EE6BAA-0080-49BB-A5F6-D96B22DFE410}" type="datetime1">
              <a:rPr lang="en-US" smtClean="0"/>
              <a:t>4/21/2026</a:t>
            </a:fld>
            <a:endParaRPr lang="en-US"/>
          </a:p>
        </p:txBody>
      </p:sp>
      <p:sp>
        <p:nvSpPr>
          <p:cNvPr id="4" name="Footer Placeholder 3">
            <a:extLst>
              <a:ext uri="{FF2B5EF4-FFF2-40B4-BE49-F238E27FC236}">
                <a16:creationId xmlns:a16="http://schemas.microsoft.com/office/drawing/2014/main" id="{8F010A40-FB77-E858-1F25-C1F66972B3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D074CAAA-4F77-0597-14C8-CED462AA02BF}"/>
              </a:ext>
            </a:extLst>
          </p:cNvPr>
          <p:cNvSpPr>
            <a:spLocks noGrp="1"/>
          </p:cNvSpPr>
          <p:nvPr>
            <p:ph type="sldNum" sz="quarter" idx="16"/>
          </p:nvPr>
        </p:nvSpPr>
        <p:spPr/>
        <p:txBody>
          <a:bodyPr/>
          <a:lstStyle/>
          <a:p>
            <a:fld id="{5E0677F5-4A8A-4BF1-96BE-3BAE8FBAFE2E}" type="slidenum">
              <a:rPr lang="en-US" smtClean="0"/>
              <a:t>9</a:t>
            </a:fld>
            <a:endParaRPr lang="en-US"/>
          </a:p>
        </p:txBody>
      </p:sp>
      <p:sp>
        <p:nvSpPr>
          <p:cNvPr id="6" name="Content Placeholder 5">
            <a:extLst>
              <a:ext uri="{FF2B5EF4-FFF2-40B4-BE49-F238E27FC236}">
                <a16:creationId xmlns:a16="http://schemas.microsoft.com/office/drawing/2014/main" id="{2C552F71-F3EA-5189-ED4B-18DDCD28BB27}"/>
              </a:ext>
            </a:extLst>
          </p:cNvPr>
          <p:cNvSpPr>
            <a:spLocks noGrp="1"/>
          </p:cNvSpPr>
          <p:nvPr>
            <p:ph sz="quarter" idx="13"/>
          </p:nvPr>
        </p:nvSpPr>
        <p:spPr/>
        <p:txBody>
          <a:bodyPr vert="horz" lIns="91440" tIns="45720" rIns="91440" bIns="45720" rtlCol="0" anchor="t">
            <a:normAutofit/>
          </a:bodyPr>
          <a:lstStyle/>
          <a:p>
            <a:pPr marL="285750" indent="-285750">
              <a:buChar char="•"/>
            </a:pPr>
            <a:r>
              <a:rPr lang="en-US" sz="2400"/>
              <a:t>We could model quadratic air resistance instead of linear air resistance</a:t>
            </a:r>
          </a:p>
          <a:p>
            <a:pPr marL="285750" indent="-285750">
              <a:buChar char="•"/>
            </a:pPr>
            <a:r>
              <a:rPr lang="en-US" sz="2400"/>
              <a:t>We could have the wind be an oscillating function instead of constant</a:t>
            </a:r>
          </a:p>
          <a:p>
            <a:pPr marL="285750" indent="-285750">
              <a:buChar char="•"/>
            </a:pPr>
            <a:r>
              <a:rPr lang="en-US" sz="2400"/>
              <a:t>Investigate tailwinds vs only headwinds</a:t>
            </a:r>
          </a:p>
          <a:p>
            <a:pPr marL="285750" indent="-285750">
              <a:buChar char="•"/>
            </a:pPr>
            <a:r>
              <a:rPr lang="en-US" sz="2400"/>
              <a:t>Drive over different terrains instead of over a flat surface</a:t>
            </a:r>
          </a:p>
          <a:p>
            <a:pPr marL="285750" indent="-285750">
              <a:buChar char="•"/>
            </a:pPr>
            <a:r>
              <a:rPr lang="en-US" sz="2400"/>
              <a:t>Model Fuel Efficiency for different parameters</a:t>
            </a:r>
          </a:p>
          <a:p>
            <a:pPr marL="285750" indent="-285750">
              <a:buChar char="•"/>
            </a:pPr>
            <a:endParaRPr lang="en-US" sz="2400"/>
          </a:p>
        </p:txBody>
      </p:sp>
    </p:spTree>
    <p:extLst>
      <p:ext uri="{BB962C8B-B14F-4D97-AF65-F5344CB8AC3E}">
        <p14:creationId xmlns:p14="http://schemas.microsoft.com/office/powerpoint/2010/main" val="242108717"/>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_wac_EF_v6" id="{47884C33-930F-4983-8A90-805F27C1336E}" vid="{C24D1BEE-D710-440D-8162-B32A89E9C6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888480-CF61-459A-B049-2565BF1B6C26}">
  <ds:schemaRefs>
    <ds:schemaRef ds:uri="http://schemas.microsoft.com/sharepoint/v3/contenttype/forms"/>
  </ds:schemaRefs>
</ds:datastoreItem>
</file>

<file path=customXml/itemProps2.xml><?xml version="1.0" encoding="utf-8"?>
<ds:datastoreItem xmlns:ds="http://schemas.openxmlformats.org/officeDocument/2006/customXml" ds:itemID="{DCDFE19F-3BE8-48B3-9B35-A01B9C3497A7}">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C2D0E46-786A-45D3-8CE5-638765D8BA3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9</Slides>
  <Notes>2</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Dark gradient</vt:lpstr>
      <vt:lpstr>PowerPoint Presentation</vt:lpstr>
      <vt:lpstr>Problem Overview</vt:lpstr>
      <vt:lpstr>Assumptions</vt:lpstr>
      <vt:lpstr>Base Model – Newton's 2nd Law</vt:lpstr>
      <vt:lpstr>Analytical Solution to Open Loop</vt:lpstr>
      <vt:lpstr>Open Loop</vt:lpstr>
      <vt:lpstr>Analytical Solution to Closed Loop (Proportional Only)</vt:lpstr>
      <vt:lpstr>Closed Loop Proportional Control</vt:lpstr>
      <vt:lpstr>Extensions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20</cp:revision>
  <dcterms:created xsi:type="dcterms:W3CDTF">2026-04-14T21:39:31Z</dcterms:created>
  <dcterms:modified xsi:type="dcterms:W3CDTF">2026-04-21T15:52:03Z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